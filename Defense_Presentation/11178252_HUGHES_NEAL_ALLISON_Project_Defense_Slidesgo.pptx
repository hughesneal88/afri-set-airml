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5"/>
    <p:sldMasterId id="214748368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y="5143500" cx="9144000"/>
  <p:notesSz cx="6858000" cy="9144000"/>
  <p:embeddedFontLst>
    <p:embeddedFont>
      <p:font typeface="Proxima Nova"/>
      <p:regular r:id="rId56"/>
      <p:bold r:id="rId57"/>
      <p:italic r:id="rId58"/>
      <p:boldItalic r:id="rId59"/>
    </p:embeddedFont>
    <p:embeddedFont>
      <p:font typeface="Roboto Medium"/>
      <p:regular r:id="rId60"/>
      <p:bold r:id="rId61"/>
      <p:italic r:id="rId62"/>
      <p:boldItalic r:id="rId63"/>
    </p:embeddedFont>
    <p:embeddedFont>
      <p:font typeface="Amatic SC"/>
      <p:regular r:id="rId64"/>
      <p:bold r:id="rId65"/>
    </p:embeddedFont>
    <p:embeddedFont>
      <p:font typeface="Poppins"/>
      <p:regular r:id="rId66"/>
      <p:bold r:id="rId67"/>
      <p:italic r:id="rId68"/>
      <p:boldItalic r:id="rId69"/>
    </p:embeddedFont>
    <p:embeddedFont>
      <p:font typeface="Albert Sans Medium"/>
      <p:regular r:id="rId70"/>
      <p:bold r:id="rId71"/>
      <p:italic r:id="rId72"/>
      <p:boldItalic r:id="rId73"/>
    </p:embeddedFont>
    <p:embeddedFont>
      <p:font typeface="Proxima Nova Semibold"/>
      <p:regular r:id="rId74"/>
      <p:bold r:id="rId75"/>
      <p:boldItalic r:id="rId76"/>
    </p:embeddedFont>
    <p:embeddedFont>
      <p:font typeface="Albert Sans"/>
      <p:regular r:id="rId77"/>
      <p:bold r:id="rId78"/>
      <p:italic r:id="rId79"/>
      <p:boldItalic r:id="rId80"/>
    </p:embeddedFont>
    <p:embeddedFont>
      <p:font typeface="DM Sans"/>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6F86E6-8DA3-4E69-B831-3E0220ED793E}">
  <a:tblStyle styleId="{616F86E6-8DA3-4E69-B831-3E0220ED793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56" Type="http://schemas.openxmlformats.org/officeDocument/2006/relationships/font" Target="fonts/ProximaNova-regular.fntdata"/><Relationship Id="rId57" Type="http://schemas.openxmlformats.org/officeDocument/2006/relationships/font" Target="fonts/ProximaNova-bold.fntdata"/><Relationship Id="rId58" Type="http://schemas.openxmlformats.org/officeDocument/2006/relationships/font" Target="fonts/ProximaNova-italic.fntdata"/><Relationship Id="rId59" Type="http://schemas.openxmlformats.org/officeDocument/2006/relationships/font" Target="fonts/ProximaNova-boldItalic.fntdata"/><Relationship Id="rId60" Type="http://schemas.openxmlformats.org/officeDocument/2006/relationships/font" Target="fonts/RobotoMedium-regular.fntdata"/><Relationship Id="rId61" Type="http://schemas.openxmlformats.org/officeDocument/2006/relationships/font" Target="fonts/RobotoMedium-bold.fntdata"/><Relationship Id="rId62" Type="http://schemas.openxmlformats.org/officeDocument/2006/relationships/font" Target="fonts/RobotoMedium-italic.fntdata"/><Relationship Id="rId63" Type="http://schemas.openxmlformats.org/officeDocument/2006/relationships/font" Target="fonts/RobotoMedium-boldItalic.fntdata"/><Relationship Id="rId64" Type="http://schemas.openxmlformats.org/officeDocument/2006/relationships/font" Target="fonts/AmaticSC-regular.fntdata"/><Relationship Id="rId65" Type="http://schemas.openxmlformats.org/officeDocument/2006/relationships/font" Target="fonts/AmaticSC-bold.fntdata"/><Relationship Id="rId66" Type="http://schemas.openxmlformats.org/officeDocument/2006/relationships/font" Target="fonts/Poppins-regular.fntdata"/><Relationship Id="rId67" Type="http://schemas.openxmlformats.org/officeDocument/2006/relationships/font" Target="fonts/Poppins-bold.fntdata"/><Relationship Id="rId68" Type="http://schemas.openxmlformats.org/officeDocument/2006/relationships/font" Target="fonts/Poppins-italic.fntdata"/><Relationship Id="rId69" Type="http://schemas.openxmlformats.org/officeDocument/2006/relationships/font" Target="fonts/Poppins-boldItalic.fntdata"/><Relationship Id="rId70" Type="http://schemas.openxmlformats.org/officeDocument/2006/relationships/font" Target="fonts/AlbertSansMedium-regular.fntdata"/><Relationship Id="rId71" Type="http://schemas.openxmlformats.org/officeDocument/2006/relationships/font" Target="fonts/AlbertSansMedium-bold.fntdata"/><Relationship Id="rId72" Type="http://schemas.openxmlformats.org/officeDocument/2006/relationships/font" Target="fonts/AlbertSansMedium-italic.fntdata"/><Relationship Id="rId73" Type="http://schemas.openxmlformats.org/officeDocument/2006/relationships/font" Target="fonts/AlbertSansMedium-boldItalic.fntdata"/><Relationship Id="rId74" Type="http://schemas.openxmlformats.org/officeDocument/2006/relationships/font" Target="fonts/ProximaNovaSemibold-regular.fntdata"/><Relationship Id="rId75" Type="http://schemas.openxmlformats.org/officeDocument/2006/relationships/font" Target="fonts/ProximaNovaSemibold-bold.fntdata"/><Relationship Id="rId76" Type="http://schemas.openxmlformats.org/officeDocument/2006/relationships/font" Target="fonts/ProximaNovaSemibold-boldItalic.fntdata"/><Relationship Id="rId77" Type="http://schemas.openxmlformats.org/officeDocument/2006/relationships/font" Target="fonts/AlbertSans-regular.fntdata"/><Relationship Id="rId78" Type="http://schemas.openxmlformats.org/officeDocument/2006/relationships/font" Target="fonts/AlbertSans-bold.fntdata"/><Relationship Id="rId79" Type="http://schemas.openxmlformats.org/officeDocument/2006/relationships/font" Target="fonts/AlbertSans-italic.fntdata"/><Relationship Id="rId80" Type="http://schemas.openxmlformats.org/officeDocument/2006/relationships/font" Target="fonts/AlbertSans-boldItalic.fntdata"/><Relationship Id="rId81" Type="http://schemas.openxmlformats.org/officeDocument/2006/relationships/font" Target="fonts/DMSans-regular.fntdata"/><Relationship Id="rId82" Type="http://schemas.openxmlformats.org/officeDocument/2006/relationships/font" Target="fonts/DMSans-bold.fntdata"/><Relationship Id="rId83" Type="http://schemas.openxmlformats.org/officeDocument/2006/relationships/font" Target="fonts/DMSans-italic.fntdata"/><Relationship Id="rId84"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d431007ba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d431007ba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Good morning, respected Head of Department, my supervisor Prof. Isaac Wiafe, and distinguished members of the Examination Committee. My name is Neal Allison Hughes, Student ID 11178252. Today, I present my final year undergraduate research project titled: 'SPIME: A Stacked Physics-Informed Meta-Ensemble for Low-Cost PM2.5 Sensor Calibration Under Tropical and Harmattan Meteorological Regimes in Sub-Saharan Africa'. This research was conducted in collaboration with the African Sensor Evaluation and Training Facility (Afri-SET) at the Department of Physics, University of Ghana.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33f6155f6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33f6155f6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executive overview highlights the essential components of the project. Our target device is the QuantAQ Modulair-PM, co-located at Afri-SET with a regulatory-grade Teledyne T640 monitor. By engineering a 75-dimensional physics-informed feature space and combining diverse tree models with out-of-fold cross-validated stacking, we achieved reference-grade performance (R² = 0.9632, MAE = 0.61 µg/m³) on an unseen 6-month holdout dataset, completely eliminating generalization overfitting.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 is the structural roadmap for my presentation. I will first cover the problem statement and low-cost sensor failure modes. Second, I will review existing literature and our theoretical framework. Third, I will present the specific research objectives. Fourth, I will detail our experimental methodology, physics feature engineering, and the SPIME v4 stacking architecture. Fifth, I will present our empirical holdout findings and explainability diagnostics. Finally, I will conclude with research contributions, study limitations, and operational deployment.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161ca7da69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161ca7da69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 begin with Section 1: The air quality crisis in West Africa and why optical particulate counters fail under local meteorological regimes.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33f6155f6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33f6155f6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Ambient fine particulate matter (PM2.5) causes over 1.1 million premature deaths annually in Africa. Yet, regulatory monitoring stations cost upwards of $30,000, creating an acute spatial monitoring void. Low-cost optical sensors cost under $2,500, but their raw factory calibrations fail drastically under tropical humidity and Saharan dust. Our primary aim is to bridge this economic divide with physics-informed machine learning.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ed9256fe6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ed9256fe6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quote encapsulates the core philosophy of our work: low-cost hardware provides the spatial reach, but physics-informed algorithms are mandatory to provide the scientific credibility necessary for policy and health protection.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dd46dd1d6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dd46dd1d6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 is the headline result: on an untouched, 6-month out-of-sample holdout dataset of 3,468 hourly measurements, our proposed SPIME v4 architecture achieved an R² of 0.9632 and cut the Mean Absolute Error to just 0.61 µg/m³.</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dd46dd1d67_2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dd46dd1d67_2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Comparing these three metrics against baseline models demonstrates our breakthrough: Factory calibration failed with negative R² (-0.0133); linear regression reached only 0.6760; and neural networks suffered an overfit drop of 40%. SPIME v4 achieved near-perfect accuracy and a zero overfit gap.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dd46dd1d67_2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dd46dd1d67_2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experimental foundation is the African Sensor Evaluation and Training Facility (Afri-SET) at the Department of Physics, University of Ghana. We co-located the QuantAQ Modulair-PM side-by-side with an EPA FEM certified Teledyne T640 monitor. The resulting dataset spans over a year of hourly observations, capturing both wet monsoon humidity and Saharan Harmattan dust events.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dd46dd1d67_2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dd46dd1d67_2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Figure 2.1 illustrates why optical sensors fail in tropical climates. An OPC measures particle pulses using Mie light scattering, assuming dry spherical particles of constant density. However, when relative humidity exceeds 75–80%, deliquescent aerosol salts absorb moisture, swelling hygroscopically according to Köhler theory. The sensor measures the water mass as particulate matter, inflating raw readings by several hundred percent.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161ca7da6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161ca7da6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 now transition to Section 2: Examining prior calibration literature, existing research gaps, and our theoretical mathematical framework.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17b871a4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17b871a4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Prior literature reveals three major failure modes: First, factory calibrations produce negative correlation. Second, linear regression cannot model exponential moisture growth curves. Third, complex neural networks overfit severely, dropping 40% on future data. Furthermore, existing studies in temperate climates completely ignore Saharan Harmattan dust plumes.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33f6155f6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33f6155f6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 formulated three core hypotheses: First, physics feature engineering provides the necessary inductive bias to eliminate humidity swelling. Second, out-of-fold stacking solves the deep learning overfitting crisis. Third, coarse dust and thermodynamic parameters ensure dual-season robustness across West Africa.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research was executed across these specific objectives: 1. Engineer 75 domain features; 2. Build the SPIME v4 hierarchical stacking framework; 3. Validate rigorously on unseen 6-month data and package a deployable cloud microservice.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dd46dd1d67_2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dd46dd1d67_2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concept slide outlines the theoretical foundation of our work: Mie scattering mechanics, Köhler hygroscopic growth, Absolute Humidity and VPD decoupling, Harmattan dust ratios, and Wolpert's stacked generalization.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literature review builds upon Crilley's Köhler corrections and Westervelt's pioneer co-location in Accra. While Malings and Zimmerman identified that standard ML overfits sensor noise, we solve this by applying Wolpert's stacking theory.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a53f3764c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a53f3764c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Slide 17 summarizes our core mathematical formulations: Multi-gamma Köhler growth curves, Tetens vapor pressure equations for Absolute Humidity and VPD, and our L2 RidgeCV meta-regression objective function.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ed9256fe6f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ed9256fe6f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implementation schedule shows our 5 distinct engineering phases from data harvesting to production deployment.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54dda1946d_4_2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54dda1946d_4_2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methodology combines strict chronological holdout splitting to prevent time-series autocorrelation leakage, with 5-fold out-of-fold cross-validation during training.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340135a08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340135a08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Figure 3.3 illustrates the SPIME v4 hierarchical architecture: Level 0 trains four diverse tree models using 5-Fold out-of-fold cross-validation. Level 1 combines their predictions through an L2-regularized RidgeCV meta-regressor, guaranteeing that the meta-learner only sees out-of-sample errors.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13dfeee94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13dfeee94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Figure 4.2 proves that our engineered physics features dominate the ensemble's decision boundaries. Köhler growth parameters and thermodynamic moisture variables account for over 35% of predictive power, confirming that the model is learning genuine atmospheric physics rather than memorizing statistical noise.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54dda1946d_4_2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54dda1946d_4_2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Figure 4.1 shows the holdout scatter plot: calibrated predictions cluster tightly along the 1:1 parity line across all concentration regimes. SPIME v4 cut MAE to 0.61 µg/m³ (a 66.3% error reduction over previous Random Forest models) and achieved an overfit gap of -0.0002.</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dd46dd1d67_2_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1dd46dd1d67_2_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 tested seasonal generalization across both distinct weather regimes: In the Monsoon season, SPIME v4 achieved R² = 0.9684 and MAE = 0.58 µg/m³, eliminating humidity swell. In the Harmattan season, it achieved R² = 0.9578 and MAE = 0.65 µg/m³, accurately capturing mineral dust peaks.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17d1415e7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117d1415e7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discussion highlights that SPIME v4 successfully solved the overfitting crisis that plagues low-cost sensor calibration. Residual diagnostics also verify compliance with classical regression assumptions: zero bias, homoscedasticity, and zero autocorrelation.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d5260bdd8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d5260bdd8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 conclusion, SPIME v4 bridges the $30,000 reference hardware gap. By embedding Köhler physical growth laws and multi-stage stacking, we transformed low-cost optical sensors into regulatory-grade instruments with R² = 0.9632 and zero overfitting. This unlocks affordable, hyper-local air quality surveillance to protect public health across West Africa.</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These bibliographical references establish the empirical and theoretical foundations of our study, spanning optical sensor physics, West African co-location benchmarks, and stacked generalization theory.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1dd46dd1d67_2_1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1dd46dd1d67_2_1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To make our research operationally deployable, we packaged the full SPIME v4 pipeline into a 7.8 MB standalone artifact and wrapped it in a FastAPI REST service. Containerized with Docker, it delivers sub-5ms inference latency and maps continuous predictions to US EPA AQI health advisory categories.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1340135a08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1340135a08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Thank you very much, Professor Wiafe, the Head of Department, and distinguished members of the Examination Committee. I am now open to your questions, critiques, and feedback.</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2a42a0b69e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2a42a0b69e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a42a0b69e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a42a0b69e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a666ceb861_0_8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2a666ceb861_0_8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a666ceb861_0_8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2a666ceb861_0_8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6" name="Shape 4716"/>
        <p:cNvGrpSpPr/>
        <p:nvPr/>
      </p:nvGrpSpPr>
      <p:grpSpPr>
        <a:xfrm>
          <a:off x="0" y="0"/>
          <a:ext cx="0" cy="0"/>
          <a:chOff x="0" y="0"/>
          <a:chExt cx="0" cy="0"/>
        </a:xfrm>
      </p:grpSpPr>
      <p:sp>
        <p:nvSpPr>
          <p:cNvPr id="4717" name="Google Shape;4717;g2a666ceb861_0_12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8" name="Google Shape;4718;g2a666ceb861_0_12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529038"/>
            <a:ext cx="6919800" cy="20091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3800">
                <a:latin typeface="Poppins"/>
                <a:ea typeface="Poppins"/>
                <a:cs typeface="Poppins"/>
                <a:sym typeface="Poppi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713225" y="3721100"/>
            <a:ext cx="2308200" cy="73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sz="1600">
                <a:solidFill>
                  <a:schemeClr val="dk1"/>
                </a:solidFill>
                <a:latin typeface="Albert Sans Medium"/>
                <a:ea typeface="Albert Sans Medium"/>
                <a:cs typeface="Albert Sans Medium"/>
                <a:sym typeface="Albert Sans Medium"/>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grpSp>
        <p:nvGrpSpPr>
          <p:cNvPr id="11" name="Google Shape;11;p2"/>
          <p:cNvGrpSpPr/>
          <p:nvPr/>
        </p:nvGrpSpPr>
        <p:grpSpPr>
          <a:xfrm>
            <a:off x="-386316" y="-769880"/>
            <a:ext cx="9276274" cy="9176905"/>
            <a:chOff x="-386316" y="-769880"/>
            <a:chExt cx="9276274" cy="9176905"/>
          </a:xfrm>
        </p:grpSpPr>
        <p:sp>
          <p:nvSpPr>
            <p:cNvPr id="12" name="Google Shape;12;p2"/>
            <p:cNvSpPr/>
            <p:nvPr/>
          </p:nvSpPr>
          <p:spPr>
            <a:xfrm>
              <a:off x="7629958" y="3058625"/>
              <a:ext cx="1260000" cy="5348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 name="Google Shape;13;p2"/>
            <p:cNvSpPr/>
            <p:nvPr/>
          </p:nvSpPr>
          <p:spPr>
            <a:xfrm>
              <a:off x="6736200" y="3879112"/>
              <a:ext cx="1260000" cy="37074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 name="Google Shape;14;p2"/>
            <p:cNvSpPr/>
            <p:nvPr/>
          </p:nvSpPr>
          <p:spPr>
            <a:xfrm rot="10800000">
              <a:off x="312387" y="-769880"/>
              <a:ext cx="677400" cy="1828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5" name="Google Shape;15;p2"/>
            <p:cNvSpPr/>
            <p:nvPr/>
          </p:nvSpPr>
          <p:spPr>
            <a:xfrm rot="10800000">
              <a:off x="-38477" y="-27518"/>
              <a:ext cx="698700" cy="698700"/>
            </a:xfrm>
            <a:prstGeom prst="chord">
              <a:avLst>
                <a:gd fmla="val 5399387" name="adj1"/>
                <a:gd fmla="val 16200000" name="adj2"/>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6" name="Google Shape;16;p2"/>
            <p:cNvSpPr/>
            <p:nvPr/>
          </p:nvSpPr>
          <p:spPr>
            <a:xfrm rot="10800000">
              <a:off x="-386316" y="-27518"/>
              <a:ext cx="698700" cy="698700"/>
            </a:xfrm>
            <a:prstGeom prst="chord">
              <a:avLst>
                <a:gd fmla="val 5399387" name="adj1"/>
                <a:gd fmla="val 16200000" name="adj2"/>
              </a:avLst>
            </a:prstGeom>
            <a:solidFill>
              <a:srgbClr val="F2557A">
                <a:alpha val="525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sp>
        <p:nvSpPr>
          <p:cNvPr id="18" name="Google Shape;18;p3"/>
          <p:cNvSpPr txBox="1"/>
          <p:nvPr>
            <p:ph type="title"/>
          </p:nvPr>
        </p:nvSpPr>
        <p:spPr>
          <a:xfrm>
            <a:off x="713225" y="2271750"/>
            <a:ext cx="33183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8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713225" y="1267988"/>
            <a:ext cx="13242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713225" y="3356325"/>
            <a:ext cx="33183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solidFill>
                  <a:schemeClr val="lt1"/>
                </a:solidFill>
                <a:latin typeface="Albert Sans Medium"/>
                <a:ea typeface="Albert Sans Medium"/>
                <a:cs typeface="Albert Sans Medium"/>
                <a:sym typeface="Albert Sans Medium"/>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 name="Google Shape;23;p4"/>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24" name="Google Shape;24;p4"/>
          <p:cNvGrpSpPr/>
          <p:nvPr/>
        </p:nvGrpSpPr>
        <p:grpSpPr>
          <a:xfrm>
            <a:off x="-363114" y="-686855"/>
            <a:ext cx="9835298" cy="6115780"/>
            <a:chOff x="-363114" y="-686855"/>
            <a:chExt cx="9835298" cy="6115780"/>
          </a:xfrm>
        </p:grpSpPr>
        <p:sp>
          <p:nvSpPr>
            <p:cNvPr id="25" name="Google Shape;25;p4"/>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6" name="Google Shape;26;p4"/>
            <p:cNvSpPr/>
            <p:nvPr/>
          </p:nvSpPr>
          <p:spPr>
            <a:xfrm flipH="1" rot="10800000">
              <a:off x="-173878" y="-686855"/>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7" name="Google Shape;27;p4"/>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8" name="Google Shape;28;p4"/>
            <p:cNvSpPr/>
            <p:nvPr/>
          </p:nvSpPr>
          <p:spPr>
            <a:xfrm flipH="1">
              <a:off x="8812484" y="4769225"/>
              <a:ext cx="659700" cy="6597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 name="Google Shape;31;p5"/>
          <p:cNvSpPr txBox="1"/>
          <p:nvPr>
            <p:ph idx="1" type="subTitle"/>
          </p:nvPr>
        </p:nvSpPr>
        <p:spPr>
          <a:xfrm>
            <a:off x="720000" y="3555900"/>
            <a:ext cx="7704000" cy="928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Char char="●"/>
              <a:defRPr b="0" sz="1400"/>
            </a:lvl1pPr>
            <a:lvl2pPr lvl="1" rtl="0" algn="ctr">
              <a:lnSpc>
                <a:spcPct val="115000"/>
              </a:lnSpc>
              <a:spcBef>
                <a:spcPts val="0"/>
              </a:spcBef>
              <a:spcAft>
                <a:spcPts val="0"/>
              </a:spcAft>
              <a:buSzPts val="2800"/>
              <a:buChar char="○"/>
              <a:defRPr sz="2800"/>
            </a:lvl2pPr>
            <a:lvl3pPr lvl="2" rtl="0" algn="ctr">
              <a:lnSpc>
                <a:spcPct val="115000"/>
              </a:lnSpc>
              <a:spcBef>
                <a:spcPts val="0"/>
              </a:spcBef>
              <a:spcAft>
                <a:spcPts val="0"/>
              </a:spcAft>
              <a:buSzPts val="2800"/>
              <a:buChar char="■"/>
              <a:defRPr sz="2800"/>
            </a:lvl3pPr>
            <a:lvl4pPr lvl="3" rtl="0" algn="ctr">
              <a:lnSpc>
                <a:spcPct val="115000"/>
              </a:lnSpc>
              <a:spcBef>
                <a:spcPts val="0"/>
              </a:spcBef>
              <a:spcAft>
                <a:spcPts val="0"/>
              </a:spcAft>
              <a:buSzPts val="2800"/>
              <a:buChar char="●"/>
              <a:defRPr sz="2800"/>
            </a:lvl4pPr>
            <a:lvl5pPr lvl="4" rtl="0" algn="ctr">
              <a:lnSpc>
                <a:spcPct val="115000"/>
              </a:lnSpc>
              <a:spcBef>
                <a:spcPts val="0"/>
              </a:spcBef>
              <a:spcAft>
                <a:spcPts val="0"/>
              </a:spcAft>
              <a:buSzPts val="2800"/>
              <a:buChar char="○"/>
              <a:defRPr sz="2800"/>
            </a:lvl5pPr>
            <a:lvl6pPr lvl="5" rtl="0" algn="ctr">
              <a:lnSpc>
                <a:spcPct val="115000"/>
              </a:lnSpc>
              <a:spcBef>
                <a:spcPts val="0"/>
              </a:spcBef>
              <a:spcAft>
                <a:spcPts val="0"/>
              </a:spcAft>
              <a:buSzPts val="2800"/>
              <a:buChar char="■"/>
              <a:defRPr sz="2800"/>
            </a:lvl6pPr>
            <a:lvl7pPr lvl="6" rtl="0" algn="ctr">
              <a:lnSpc>
                <a:spcPct val="115000"/>
              </a:lnSpc>
              <a:spcBef>
                <a:spcPts val="0"/>
              </a:spcBef>
              <a:spcAft>
                <a:spcPts val="0"/>
              </a:spcAft>
              <a:buSzPts val="2800"/>
              <a:buChar char="●"/>
              <a:defRPr sz="2800"/>
            </a:lvl7pPr>
            <a:lvl8pPr lvl="7" rtl="0" algn="ctr">
              <a:lnSpc>
                <a:spcPct val="115000"/>
              </a:lnSpc>
              <a:spcBef>
                <a:spcPts val="0"/>
              </a:spcBef>
              <a:spcAft>
                <a:spcPts val="0"/>
              </a:spcAft>
              <a:buSzPts val="2800"/>
              <a:buChar char="○"/>
              <a:defRPr sz="2800"/>
            </a:lvl8pPr>
            <a:lvl9pPr lvl="8" rtl="0" algn="ctr">
              <a:lnSpc>
                <a:spcPct val="115000"/>
              </a:lnSpc>
              <a:spcBef>
                <a:spcPts val="0"/>
              </a:spcBef>
              <a:spcAft>
                <a:spcPts val="0"/>
              </a:spcAft>
              <a:buSzPts val="2800"/>
              <a:buChar char="■"/>
              <a:defRPr sz="2800"/>
            </a:lvl9pPr>
          </a:lstStyle>
          <a:p/>
        </p:txBody>
      </p:sp>
      <p:sp>
        <p:nvSpPr>
          <p:cNvPr id="32" name="Google Shape;32;p5"/>
          <p:cNvSpPr txBox="1"/>
          <p:nvPr>
            <p:ph idx="2" type="subTitle"/>
          </p:nvPr>
        </p:nvSpPr>
        <p:spPr>
          <a:xfrm>
            <a:off x="720000" y="1888700"/>
            <a:ext cx="7704000" cy="928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Char char="●"/>
              <a:defRPr b="0" sz="1400"/>
            </a:lvl1pPr>
            <a:lvl2pPr lvl="1" rtl="0" algn="ctr">
              <a:lnSpc>
                <a:spcPct val="115000"/>
              </a:lnSpc>
              <a:spcBef>
                <a:spcPts val="0"/>
              </a:spcBef>
              <a:spcAft>
                <a:spcPts val="0"/>
              </a:spcAft>
              <a:buSzPts val="1400"/>
              <a:buChar char="○"/>
              <a:defRPr sz="2800"/>
            </a:lvl2pPr>
            <a:lvl3pPr lvl="2" rtl="0" algn="ctr">
              <a:lnSpc>
                <a:spcPct val="115000"/>
              </a:lnSpc>
              <a:spcBef>
                <a:spcPts val="0"/>
              </a:spcBef>
              <a:spcAft>
                <a:spcPts val="0"/>
              </a:spcAft>
              <a:buSzPts val="1400"/>
              <a:buChar char="■"/>
              <a:defRPr sz="2800"/>
            </a:lvl3pPr>
            <a:lvl4pPr lvl="3" rtl="0" algn="ctr">
              <a:lnSpc>
                <a:spcPct val="115000"/>
              </a:lnSpc>
              <a:spcBef>
                <a:spcPts val="0"/>
              </a:spcBef>
              <a:spcAft>
                <a:spcPts val="0"/>
              </a:spcAft>
              <a:buSzPts val="1400"/>
              <a:buChar char="●"/>
              <a:defRPr sz="2800"/>
            </a:lvl4pPr>
            <a:lvl5pPr lvl="4" rtl="0" algn="ctr">
              <a:lnSpc>
                <a:spcPct val="115000"/>
              </a:lnSpc>
              <a:spcBef>
                <a:spcPts val="0"/>
              </a:spcBef>
              <a:spcAft>
                <a:spcPts val="0"/>
              </a:spcAft>
              <a:buSzPts val="1400"/>
              <a:buChar char="○"/>
              <a:defRPr sz="2800"/>
            </a:lvl5pPr>
            <a:lvl6pPr lvl="5" rtl="0" algn="ctr">
              <a:lnSpc>
                <a:spcPct val="115000"/>
              </a:lnSpc>
              <a:spcBef>
                <a:spcPts val="0"/>
              </a:spcBef>
              <a:spcAft>
                <a:spcPts val="0"/>
              </a:spcAft>
              <a:buSzPts val="1400"/>
              <a:buChar char="■"/>
              <a:defRPr sz="2800"/>
            </a:lvl6pPr>
            <a:lvl7pPr lvl="6" rtl="0" algn="ctr">
              <a:lnSpc>
                <a:spcPct val="115000"/>
              </a:lnSpc>
              <a:spcBef>
                <a:spcPts val="0"/>
              </a:spcBef>
              <a:spcAft>
                <a:spcPts val="0"/>
              </a:spcAft>
              <a:buSzPts val="1400"/>
              <a:buChar char="●"/>
              <a:defRPr sz="2800"/>
            </a:lvl7pPr>
            <a:lvl8pPr lvl="7" rtl="0" algn="ctr">
              <a:lnSpc>
                <a:spcPct val="115000"/>
              </a:lnSpc>
              <a:spcBef>
                <a:spcPts val="0"/>
              </a:spcBef>
              <a:spcAft>
                <a:spcPts val="0"/>
              </a:spcAft>
              <a:buSzPts val="1400"/>
              <a:buChar char="○"/>
              <a:defRPr sz="2800"/>
            </a:lvl8pPr>
            <a:lvl9pPr lvl="8" rtl="0" algn="ctr">
              <a:lnSpc>
                <a:spcPct val="115000"/>
              </a:lnSpc>
              <a:spcBef>
                <a:spcPts val="0"/>
              </a:spcBef>
              <a:spcAft>
                <a:spcPts val="0"/>
              </a:spcAft>
              <a:buSzPts val="1400"/>
              <a:buChar char="■"/>
              <a:defRPr sz="2800"/>
            </a:lvl9pPr>
          </a:lstStyle>
          <a:p/>
        </p:txBody>
      </p:sp>
      <p:sp>
        <p:nvSpPr>
          <p:cNvPr id="33" name="Google Shape;33;p5"/>
          <p:cNvSpPr txBox="1"/>
          <p:nvPr>
            <p:ph idx="3" type="subTitle"/>
          </p:nvPr>
        </p:nvSpPr>
        <p:spPr>
          <a:xfrm>
            <a:off x="720000" y="1387700"/>
            <a:ext cx="7704000" cy="5010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DM Sans"/>
              <a:buNone/>
              <a:defRPr b="1" sz="2000">
                <a:latin typeface="Poppins"/>
                <a:ea typeface="Poppins"/>
                <a:cs typeface="Poppins"/>
                <a:sym typeface="Poppins"/>
              </a:defRPr>
            </a:lvl1pPr>
            <a:lvl2pPr lvl="1">
              <a:lnSpc>
                <a:spcPct val="115000"/>
              </a:lnSpc>
              <a:spcBef>
                <a:spcPts val="0"/>
              </a:spcBef>
              <a:spcAft>
                <a:spcPts val="0"/>
              </a:spcAft>
              <a:buSzPts val="1400"/>
              <a:buFont typeface="DM Sans"/>
              <a:buNone/>
              <a:defRPr b="1">
                <a:latin typeface="DM Sans"/>
                <a:ea typeface="DM Sans"/>
                <a:cs typeface="DM Sans"/>
                <a:sym typeface="DM Sans"/>
              </a:defRPr>
            </a:lvl2pPr>
            <a:lvl3pPr lvl="2">
              <a:lnSpc>
                <a:spcPct val="115000"/>
              </a:lnSpc>
              <a:spcBef>
                <a:spcPts val="0"/>
              </a:spcBef>
              <a:spcAft>
                <a:spcPts val="0"/>
              </a:spcAft>
              <a:buSzPts val="1400"/>
              <a:buFont typeface="DM Sans"/>
              <a:buNone/>
              <a:defRPr b="1">
                <a:latin typeface="DM Sans"/>
                <a:ea typeface="DM Sans"/>
                <a:cs typeface="DM Sans"/>
                <a:sym typeface="DM Sans"/>
              </a:defRPr>
            </a:lvl3pPr>
            <a:lvl4pPr lvl="3">
              <a:lnSpc>
                <a:spcPct val="115000"/>
              </a:lnSpc>
              <a:spcBef>
                <a:spcPts val="0"/>
              </a:spcBef>
              <a:spcAft>
                <a:spcPts val="0"/>
              </a:spcAft>
              <a:buSzPts val="1400"/>
              <a:buFont typeface="DM Sans"/>
              <a:buNone/>
              <a:defRPr b="1">
                <a:latin typeface="DM Sans"/>
                <a:ea typeface="DM Sans"/>
                <a:cs typeface="DM Sans"/>
                <a:sym typeface="DM Sans"/>
              </a:defRPr>
            </a:lvl4pPr>
            <a:lvl5pPr lvl="4">
              <a:lnSpc>
                <a:spcPct val="115000"/>
              </a:lnSpc>
              <a:spcBef>
                <a:spcPts val="0"/>
              </a:spcBef>
              <a:spcAft>
                <a:spcPts val="0"/>
              </a:spcAft>
              <a:buSzPts val="1400"/>
              <a:buFont typeface="DM Sans"/>
              <a:buNone/>
              <a:defRPr b="1">
                <a:latin typeface="DM Sans"/>
                <a:ea typeface="DM Sans"/>
                <a:cs typeface="DM Sans"/>
                <a:sym typeface="DM Sans"/>
              </a:defRPr>
            </a:lvl5pPr>
            <a:lvl6pPr lvl="5">
              <a:lnSpc>
                <a:spcPct val="115000"/>
              </a:lnSpc>
              <a:spcBef>
                <a:spcPts val="0"/>
              </a:spcBef>
              <a:spcAft>
                <a:spcPts val="0"/>
              </a:spcAft>
              <a:buSzPts val="1400"/>
              <a:buFont typeface="DM Sans"/>
              <a:buNone/>
              <a:defRPr b="1">
                <a:latin typeface="DM Sans"/>
                <a:ea typeface="DM Sans"/>
                <a:cs typeface="DM Sans"/>
                <a:sym typeface="DM Sans"/>
              </a:defRPr>
            </a:lvl6pPr>
            <a:lvl7pPr lvl="6">
              <a:lnSpc>
                <a:spcPct val="115000"/>
              </a:lnSpc>
              <a:spcBef>
                <a:spcPts val="0"/>
              </a:spcBef>
              <a:spcAft>
                <a:spcPts val="0"/>
              </a:spcAft>
              <a:buSzPts val="1400"/>
              <a:buFont typeface="DM Sans"/>
              <a:buNone/>
              <a:defRPr b="1">
                <a:latin typeface="DM Sans"/>
                <a:ea typeface="DM Sans"/>
                <a:cs typeface="DM Sans"/>
                <a:sym typeface="DM Sans"/>
              </a:defRPr>
            </a:lvl7pPr>
            <a:lvl8pPr lvl="7">
              <a:lnSpc>
                <a:spcPct val="115000"/>
              </a:lnSpc>
              <a:spcBef>
                <a:spcPts val="0"/>
              </a:spcBef>
              <a:spcAft>
                <a:spcPts val="0"/>
              </a:spcAft>
              <a:buSzPts val="1400"/>
              <a:buFont typeface="DM Sans"/>
              <a:buNone/>
              <a:defRPr b="1">
                <a:latin typeface="DM Sans"/>
                <a:ea typeface="DM Sans"/>
                <a:cs typeface="DM Sans"/>
                <a:sym typeface="DM Sans"/>
              </a:defRPr>
            </a:lvl8pPr>
            <a:lvl9pPr lvl="8">
              <a:lnSpc>
                <a:spcPct val="115000"/>
              </a:lnSpc>
              <a:spcBef>
                <a:spcPts val="0"/>
              </a:spcBef>
              <a:spcAft>
                <a:spcPts val="0"/>
              </a:spcAft>
              <a:buSzPts val="1400"/>
              <a:buFont typeface="DM Sans"/>
              <a:buNone/>
              <a:defRPr b="1">
                <a:latin typeface="DM Sans"/>
                <a:ea typeface="DM Sans"/>
                <a:cs typeface="DM Sans"/>
                <a:sym typeface="DM Sans"/>
              </a:defRPr>
            </a:lvl9pPr>
          </a:lstStyle>
          <a:p/>
        </p:txBody>
      </p:sp>
      <p:sp>
        <p:nvSpPr>
          <p:cNvPr id="34" name="Google Shape;34;p5"/>
          <p:cNvSpPr txBox="1"/>
          <p:nvPr>
            <p:ph idx="4" type="subTitle"/>
          </p:nvPr>
        </p:nvSpPr>
        <p:spPr>
          <a:xfrm>
            <a:off x="720000" y="3054950"/>
            <a:ext cx="7704000" cy="5010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1400"/>
              <a:buFont typeface="DM Sans"/>
              <a:buNone/>
              <a:defRPr b="1">
                <a:latin typeface="DM Sans"/>
                <a:ea typeface="DM Sans"/>
                <a:cs typeface="DM Sans"/>
                <a:sym typeface="DM Sans"/>
              </a:defRPr>
            </a:lvl2pPr>
            <a:lvl3pPr lvl="2" rtl="0">
              <a:lnSpc>
                <a:spcPct val="115000"/>
              </a:lnSpc>
              <a:spcBef>
                <a:spcPts val="0"/>
              </a:spcBef>
              <a:spcAft>
                <a:spcPts val="0"/>
              </a:spcAft>
              <a:buSzPts val="1400"/>
              <a:buFont typeface="DM Sans"/>
              <a:buNone/>
              <a:defRPr b="1">
                <a:latin typeface="DM Sans"/>
                <a:ea typeface="DM Sans"/>
                <a:cs typeface="DM Sans"/>
                <a:sym typeface="DM Sans"/>
              </a:defRPr>
            </a:lvl3pPr>
            <a:lvl4pPr lvl="3" rtl="0">
              <a:lnSpc>
                <a:spcPct val="115000"/>
              </a:lnSpc>
              <a:spcBef>
                <a:spcPts val="0"/>
              </a:spcBef>
              <a:spcAft>
                <a:spcPts val="0"/>
              </a:spcAft>
              <a:buSzPts val="1400"/>
              <a:buFont typeface="DM Sans"/>
              <a:buNone/>
              <a:defRPr b="1">
                <a:latin typeface="DM Sans"/>
                <a:ea typeface="DM Sans"/>
                <a:cs typeface="DM Sans"/>
                <a:sym typeface="DM Sans"/>
              </a:defRPr>
            </a:lvl4pPr>
            <a:lvl5pPr lvl="4" rtl="0">
              <a:lnSpc>
                <a:spcPct val="115000"/>
              </a:lnSpc>
              <a:spcBef>
                <a:spcPts val="0"/>
              </a:spcBef>
              <a:spcAft>
                <a:spcPts val="0"/>
              </a:spcAft>
              <a:buSzPts val="1400"/>
              <a:buFont typeface="DM Sans"/>
              <a:buNone/>
              <a:defRPr b="1">
                <a:latin typeface="DM Sans"/>
                <a:ea typeface="DM Sans"/>
                <a:cs typeface="DM Sans"/>
                <a:sym typeface="DM Sans"/>
              </a:defRPr>
            </a:lvl5pPr>
            <a:lvl6pPr lvl="5" rtl="0">
              <a:lnSpc>
                <a:spcPct val="115000"/>
              </a:lnSpc>
              <a:spcBef>
                <a:spcPts val="0"/>
              </a:spcBef>
              <a:spcAft>
                <a:spcPts val="0"/>
              </a:spcAft>
              <a:buSzPts val="1400"/>
              <a:buFont typeface="DM Sans"/>
              <a:buNone/>
              <a:defRPr b="1">
                <a:latin typeface="DM Sans"/>
                <a:ea typeface="DM Sans"/>
                <a:cs typeface="DM Sans"/>
                <a:sym typeface="DM Sans"/>
              </a:defRPr>
            </a:lvl6pPr>
            <a:lvl7pPr lvl="6" rtl="0">
              <a:lnSpc>
                <a:spcPct val="115000"/>
              </a:lnSpc>
              <a:spcBef>
                <a:spcPts val="0"/>
              </a:spcBef>
              <a:spcAft>
                <a:spcPts val="0"/>
              </a:spcAft>
              <a:buSzPts val="1400"/>
              <a:buFont typeface="DM Sans"/>
              <a:buNone/>
              <a:defRPr b="1">
                <a:latin typeface="DM Sans"/>
                <a:ea typeface="DM Sans"/>
                <a:cs typeface="DM Sans"/>
                <a:sym typeface="DM Sans"/>
              </a:defRPr>
            </a:lvl7pPr>
            <a:lvl8pPr lvl="7" rtl="0">
              <a:lnSpc>
                <a:spcPct val="115000"/>
              </a:lnSpc>
              <a:spcBef>
                <a:spcPts val="0"/>
              </a:spcBef>
              <a:spcAft>
                <a:spcPts val="0"/>
              </a:spcAft>
              <a:buSzPts val="1400"/>
              <a:buFont typeface="DM Sans"/>
              <a:buNone/>
              <a:defRPr b="1">
                <a:latin typeface="DM Sans"/>
                <a:ea typeface="DM Sans"/>
                <a:cs typeface="DM Sans"/>
                <a:sym typeface="DM Sans"/>
              </a:defRPr>
            </a:lvl8pPr>
            <a:lvl9pPr lvl="8" rtl="0">
              <a:lnSpc>
                <a:spcPct val="115000"/>
              </a:lnSpc>
              <a:spcBef>
                <a:spcPts val="0"/>
              </a:spcBef>
              <a:spcAft>
                <a:spcPts val="0"/>
              </a:spcAft>
              <a:buSzPts val="1400"/>
              <a:buFont typeface="DM Sans"/>
              <a:buNone/>
              <a:defRPr b="1">
                <a:latin typeface="DM Sans"/>
                <a:ea typeface="DM Sans"/>
                <a:cs typeface="DM Sans"/>
                <a:sym typeface="DM Sans"/>
              </a:defRPr>
            </a:lvl9pPr>
          </a:lstStyle>
          <a:p/>
        </p:txBody>
      </p:sp>
      <p:grpSp>
        <p:nvGrpSpPr>
          <p:cNvPr id="35" name="Google Shape;35;p5"/>
          <p:cNvGrpSpPr/>
          <p:nvPr/>
        </p:nvGrpSpPr>
        <p:grpSpPr>
          <a:xfrm flipH="1">
            <a:off x="-286914" y="-686855"/>
            <a:ext cx="9835298" cy="2270105"/>
            <a:chOff x="-363114" y="-686855"/>
            <a:chExt cx="9835298" cy="2270105"/>
          </a:xfrm>
        </p:grpSpPr>
        <p:sp>
          <p:nvSpPr>
            <p:cNvPr id="36" name="Google Shape;36;p5"/>
            <p:cNvSpPr/>
            <p:nvPr/>
          </p:nvSpPr>
          <p:spPr>
            <a:xfrm flipH="1">
              <a:off x="8812484" y="1306050"/>
              <a:ext cx="277200" cy="277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7" name="Google Shape;37;p5"/>
            <p:cNvSpPr/>
            <p:nvPr/>
          </p:nvSpPr>
          <p:spPr>
            <a:xfrm flipH="1" rot="10800000">
              <a:off x="-173878" y="-686855"/>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8" name="Google Shape;38;p5"/>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9" name="Google Shape;39;p5"/>
            <p:cNvSpPr/>
            <p:nvPr/>
          </p:nvSpPr>
          <p:spPr>
            <a:xfrm flipH="1">
              <a:off x="8812484" y="539500"/>
              <a:ext cx="659700" cy="6597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42" name="Google Shape;42;p6"/>
          <p:cNvGrpSpPr/>
          <p:nvPr/>
        </p:nvGrpSpPr>
        <p:grpSpPr>
          <a:xfrm>
            <a:off x="-1253563" y="-2863475"/>
            <a:ext cx="10503560" cy="7810745"/>
            <a:chOff x="-1253563" y="-2863475"/>
            <a:chExt cx="10503560" cy="7810745"/>
          </a:xfrm>
        </p:grpSpPr>
        <p:sp>
          <p:nvSpPr>
            <p:cNvPr id="43" name="Google Shape;43;p6"/>
            <p:cNvSpPr/>
            <p:nvPr/>
          </p:nvSpPr>
          <p:spPr>
            <a:xfrm flipH="1" rot="10800000">
              <a:off x="8458597" y="-2863475"/>
              <a:ext cx="791400" cy="4128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4" name="Google Shape;44;p6"/>
            <p:cNvSpPr/>
            <p:nvPr/>
          </p:nvSpPr>
          <p:spPr>
            <a:xfrm flipH="1" rot="10800000">
              <a:off x="7897325" y="-2230235"/>
              <a:ext cx="791400" cy="2862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45" name="Google Shape;45;p6"/>
            <p:cNvGrpSpPr/>
            <p:nvPr/>
          </p:nvGrpSpPr>
          <p:grpSpPr>
            <a:xfrm>
              <a:off x="-1253563" y="3992679"/>
              <a:ext cx="1828500" cy="954591"/>
              <a:chOff x="-1253563" y="3992679"/>
              <a:chExt cx="1828500" cy="954591"/>
            </a:xfrm>
          </p:grpSpPr>
          <p:sp>
            <p:nvSpPr>
              <p:cNvPr id="46" name="Google Shape;46;p6"/>
              <p:cNvSpPr/>
              <p:nvPr/>
            </p:nvSpPr>
            <p:spPr>
              <a:xfrm flipH="1" rot="5400000">
                <a:off x="-119071" y="3992679"/>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7" name="Google Shape;47;p6"/>
              <p:cNvSpPr/>
              <p:nvPr/>
            </p:nvSpPr>
            <p:spPr>
              <a:xfrm rot="5400000">
                <a:off x="-678013" y="3694320"/>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7"/>
          <p:cNvSpPr txBox="1"/>
          <p:nvPr>
            <p:ph type="title"/>
          </p:nvPr>
        </p:nvSpPr>
        <p:spPr>
          <a:xfrm>
            <a:off x="2585575" y="445025"/>
            <a:ext cx="584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0" name="Google Shape;50;p7"/>
          <p:cNvSpPr txBox="1"/>
          <p:nvPr>
            <p:ph idx="1" type="subTitle"/>
          </p:nvPr>
        </p:nvSpPr>
        <p:spPr>
          <a:xfrm>
            <a:off x="2585575" y="1347250"/>
            <a:ext cx="5845200" cy="3173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Albert Sans Light"/>
              <a:buAutoNum type="arabicPeriod"/>
              <a:defRPr sz="1600"/>
            </a:lvl1pPr>
            <a:lvl2pPr lvl="1" rtl="0" algn="ctr">
              <a:lnSpc>
                <a:spcPct val="100000"/>
              </a:lnSpc>
              <a:spcBef>
                <a:spcPts val="0"/>
              </a:spcBef>
              <a:spcAft>
                <a:spcPts val="0"/>
              </a:spcAft>
              <a:buClr>
                <a:srgbClr val="E76A28"/>
              </a:buClr>
              <a:buSzPts val="1600"/>
              <a:buFont typeface="Nunito Light"/>
              <a:buAutoNum type="alphaLcPeriod"/>
              <a:defRPr/>
            </a:lvl2pPr>
            <a:lvl3pPr lvl="2" rtl="0" algn="ctr">
              <a:lnSpc>
                <a:spcPct val="100000"/>
              </a:lnSpc>
              <a:spcBef>
                <a:spcPts val="0"/>
              </a:spcBef>
              <a:spcAft>
                <a:spcPts val="0"/>
              </a:spcAft>
              <a:buClr>
                <a:srgbClr val="E76A28"/>
              </a:buClr>
              <a:buSzPts val="1500"/>
              <a:buFont typeface="Nunito Light"/>
              <a:buAutoNum type="romanLcPeriod"/>
              <a:defRPr/>
            </a:lvl3pPr>
            <a:lvl4pPr lvl="3" rtl="0" algn="ctr">
              <a:lnSpc>
                <a:spcPct val="100000"/>
              </a:lnSpc>
              <a:spcBef>
                <a:spcPts val="0"/>
              </a:spcBef>
              <a:spcAft>
                <a:spcPts val="0"/>
              </a:spcAft>
              <a:buClr>
                <a:srgbClr val="E76A28"/>
              </a:buClr>
              <a:buSzPts val="1500"/>
              <a:buFont typeface="Nunito Light"/>
              <a:buAutoNum type="arabicPeriod"/>
              <a:defRPr/>
            </a:lvl4pPr>
            <a:lvl5pPr lvl="4" rtl="0" algn="ctr">
              <a:lnSpc>
                <a:spcPct val="100000"/>
              </a:lnSpc>
              <a:spcBef>
                <a:spcPts val="0"/>
              </a:spcBef>
              <a:spcAft>
                <a:spcPts val="0"/>
              </a:spcAft>
              <a:buClr>
                <a:srgbClr val="E76A28"/>
              </a:buClr>
              <a:buSzPts val="1400"/>
              <a:buFont typeface="Nunito Light"/>
              <a:buAutoNum type="alphaLcPeriod"/>
              <a:defRPr/>
            </a:lvl5pPr>
            <a:lvl6pPr lvl="5" rtl="0" algn="ctr">
              <a:lnSpc>
                <a:spcPct val="100000"/>
              </a:lnSpc>
              <a:spcBef>
                <a:spcPts val="0"/>
              </a:spcBef>
              <a:spcAft>
                <a:spcPts val="0"/>
              </a:spcAft>
              <a:buClr>
                <a:srgbClr val="999999"/>
              </a:buClr>
              <a:buSzPts val="1400"/>
              <a:buFont typeface="Nunito Light"/>
              <a:buAutoNum type="romanLcPeriod"/>
              <a:defRPr/>
            </a:lvl6pPr>
            <a:lvl7pPr lvl="6" rtl="0" algn="ctr">
              <a:lnSpc>
                <a:spcPct val="100000"/>
              </a:lnSpc>
              <a:spcBef>
                <a:spcPts val="0"/>
              </a:spcBef>
              <a:spcAft>
                <a:spcPts val="0"/>
              </a:spcAft>
              <a:buClr>
                <a:srgbClr val="999999"/>
              </a:buClr>
              <a:buSzPts val="1300"/>
              <a:buFont typeface="Nunito Light"/>
              <a:buAutoNum type="arabicPeriod"/>
              <a:defRPr/>
            </a:lvl7pPr>
            <a:lvl8pPr lvl="7" rtl="0" algn="ctr">
              <a:lnSpc>
                <a:spcPct val="100000"/>
              </a:lnSpc>
              <a:spcBef>
                <a:spcPts val="0"/>
              </a:spcBef>
              <a:spcAft>
                <a:spcPts val="0"/>
              </a:spcAft>
              <a:buClr>
                <a:srgbClr val="999999"/>
              </a:buClr>
              <a:buSzPts val="1300"/>
              <a:buFont typeface="Nunito Light"/>
              <a:buAutoNum type="alphaLcPeriod"/>
              <a:defRPr/>
            </a:lvl8pPr>
            <a:lvl9pPr lvl="8" rtl="0" algn="ctr">
              <a:lnSpc>
                <a:spcPct val="100000"/>
              </a:lnSpc>
              <a:spcBef>
                <a:spcPts val="0"/>
              </a:spcBef>
              <a:spcAft>
                <a:spcPts val="0"/>
              </a:spcAft>
              <a:buClr>
                <a:srgbClr val="999999"/>
              </a:buClr>
              <a:buSzPts val="1400"/>
              <a:buFont typeface="Nunito Light"/>
              <a:buAutoNum type="romanLcPerio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1644450" y="1307100"/>
            <a:ext cx="5855100" cy="252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60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grpSp>
        <p:nvGrpSpPr>
          <p:cNvPr id="53" name="Google Shape;53;p8"/>
          <p:cNvGrpSpPr/>
          <p:nvPr/>
        </p:nvGrpSpPr>
        <p:grpSpPr>
          <a:xfrm>
            <a:off x="-2427224" y="-404176"/>
            <a:ext cx="12836711" cy="5212846"/>
            <a:chOff x="-2427224" y="-404176"/>
            <a:chExt cx="12836711" cy="5212846"/>
          </a:xfrm>
        </p:grpSpPr>
        <p:sp>
          <p:nvSpPr>
            <p:cNvPr id="54" name="Google Shape;54;p8"/>
            <p:cNvSpPr/>
            <p:nvPr/>
          </p:nvSpPr>
          <p:spPr>
            <a:xfrm flipH="1" rot="5400000">
              <a:off x="8153579" y="4331379"/>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5" name="Google Shape;55;p8"/>
            <p:cNvSpPr/>
            <p:nvPr/>
          </p:nvSpPr>
          <p:spPr>
            <a:xfrm flipH="1" rot="5400000">
              <a:off x="-1008524" y="-1822876"/>
              <a:ext cx="874500" cy="37119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6" name="Google Shape;56;p8"/>
            <p:cNvSpPr/>
            <p:nvPr/>
          </p:nvSpPr>
          <p:spPr>
            <a:xfrm flipH="1" rot="5400000">
              <a:off x="-1008555" y="-633201"/>
              <a:ext cx="874500" cy="25731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7" name="Google Shape;57;p8"/>
            <p:cNvSpPr/>
            <p:nvPr/>
          </p:nvSpPr>
          <p:spPr>
            <a:xfrm rot="5400000">
              <a:off x="9156537" y="3555720"/>
              <a:ext cx="677400" cy="1828500"/>
            </a:xfrm>
            <a:prstGeom prst="roundRect">
              <a:avLst>
                <a:gd fmla="val 50000" name="adj"/>
              </a:avLst>
            </a:prstGeom>
            <a:solidFill>
              <a:srgbClr val="0584A4">
                <a:alpha val="41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 name="Google Shape;60;p9"/>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dk1"/>
        </a:solidFill>
      </p:bgPr>
    </p:bg>
    <p:spTree>
      <p:nvGrpSpPr>
        <p:cNvPr id="61" name="Shape 61"/>
        <p:cNvGrpSpPr/>
        <p:nvPr/>
      </p:nvGrpSpPr>
      <p:grpSpPr>
        <a:xfrm>
          <a:off x="0" y="0"/>
          <a:ext cx="0" cy="0"/>
          <a:chOff x="0" y="0"/>
          <a:chExt cx="0" cy="0"/>
        </a:xfrm>
      </p:grpSpPr>
      <p:sp>
        <p:nvSpPr>
          <p:cNvPr id="62" name="Google Shape;62;p10"/>
          <p:cNvSpPr/>
          <p:nvPr>
            <p:ph idx="2" type="pic"/>
          </p:nvPr>
        </p:nvSpPr>
        <p:spPr>
          <a:xfrm>
            <a:off x="0" y="0"/>
            <a:ext cx="9144000" cy="5143500"/>
          </a:xfrm>
          <a:prstGeom prst="rect">
            <a:avLst/>
          </a:prstGeom>
          <a:noFill/>
          <a:ln>
            <a:noFill/>
          </a:ln>
        </p:spPr>
      </p:sp>
      <p:sp>
        <p:nvSpPr>
          <p:cNvPr id="63" name="Google Shape;63;p10"/>
          <p:cNvSpPr txBox="1"/>
          <p:nvPr>
            <p:ph type="title"/>
          </p:nvPr>
        </p:nvSpPr>
        <p:spPr>
          <a:xfrm>
            <a:off x="720000" y="3464675"/>
            <a:ext cx="4781100" cy="1143900"/>
          </a:xfrm>
          <a:prstGeom prst="rect">
            <a:avLst/>
          </a:prstGeom>
          <a:solidFill>
            <a:schemeClr val="dk1"/>
          </a:solidFill>
        </p:spPr>
        <p:txBody>
          <a:bodyPr anchorCtr="0" anchor="t" bIns="91425" lIns="91425" spcFirstLastPara="1" rIns="91425" wrap="square" tIns="91425">
            <a:noAutofit/>
          </a:bodyPr>
          <a:lstStyle>
            <a:lvl1pPr lvl="0" rtl="0">
              <a:lnSpc>
                <a:spcPct val="115000"/>
              </a:lnSpc>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4" name="Shape 64"/>
        <p:cNvGrpSpPr/>
        <p:nvPr/>
      </p:nvGrpSpPr>
      <p:grpSpPr>
        <a:xfrm>
          <a:off x="0" y="0"/>
          <a:ext cx="0" cy="0"/>
          <a:chOff x="0" y="0"/>
          <a:chExt cx="0" cy="0"/>
        </a:xfrm>
      </p:grpSpPr>
      <p:sp>
        <p:nvSpPr>
          <p:cNvPr id="65" name="Google Shape;65;p11"/>
          <p:cNvSpPr txBox="1"/>
          <p:nvPr>
            <p:ph hasCustomPrompt="1" type="title"/>
          </p:nvPr>
        </p:nvSpPr>
        <p:spPr>
          <a:xfrm>
            <a:off x="1906200" y="1777975"/>
            <a:ext cx="5331600" cy="1039800"/>
          </a:xfrm>
          <a:prstGeom prst="rect">
            <a:avLst/>
          </a:prstGeom>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chemeClr val="lt1"/>
              </a:buClr>
              <a:buSzPts val="9600"/>
              <a:buNone/>
              <a:defRPr sz="60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66" name="Google Shape;66;p11"/>
          <p:cNvSpPr txBox="1"/>
          <p:nvPr>
            <p:ph idx="1" type="subTitle"/>
          </p:nvPr>
        </p:nvSpPr>
        <p:spPr>
          <a:xfrm>
            <a:off x="1906200" y="3168125"/>
            <a:ext cx="53316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grpSp>
        <p:nvGrpSpPr>
          <p:cNvPr id="67" name="Google Shape;67;p11"/>
          <p:cNvGrpSpPr/>
          <p:nvPr/>
        </p:nvGrpSpPr>
        <p:grpSpPr>
          <a:xfrm>
            <a:off x="579550" y="-5059050"/>
            <a:ext cx="8158450" cy="15215050"/>
            <a:chOff x="579550" y="-5059050"/>
            <a:chExt cx="8158450" cy="15215050"/>
          </a:xfrm>
        </p:grpSpPr>
        <p:sp>
          <p:nvSpPr>
            <p:cNvPr id="68" name="Google Shape;68;p11"/>
            <p:cNvSpPr/>
            <p:nvPr/>
          </p:nvSpPr>
          <p:spPr>
            <a:xfrm flipH="1">
              <a:off x="579550" y="-5059050"/>
              <a:ext cx="1026600" cy="62973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9" name="Google Shape;69;p11"/>
            <p:cNvSpPr/>
            <p:nvPr/>
          </p:nvSpPr>
          <p:spPr>
            <a:xfrm flipH="1">
              <a:off x="7711400" y="3858700"/>
              <a:ext cx="1026600" cy="62973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0" name="Shape 7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1" name="Shape 71"/>
        <p:cNvGrpSpPr/>
        <p:nvPr/>
      </p:nvGrpSpPr>
      <p:grpSpPr>
        <a:xfrm>
          <a:off x="0" y="0"/>
          <a:ext cx="0" cy="0"/>
          <a:chOff x="0" y="0"/>
          <a:chExt cx="0" cy="0"/>
        </a:xfrm>
      </p:grpSpPr>
      <p:sp>
        <p:nvSpPr>
          <p:cNvPr id="72" name="Google Shape;72;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 name="Google Shape;73;p13"/>
          <p:cNvSpPr txBox="1"/>
          <p:nvPr>
            <p:ph idx="1" type="subTitle"/>
          </p:nvPr>
        </p:nvSpPr>
        <p:spPr>
          <a:xfrm>
            <a:off x="1777663" y="1761675"/>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4" name="Google Shape;74;p13"/>
          <p:cNvSpPr txBox="1"/>
          <p:nvPr>
            <p:ph idx="2" type="subTitle"/>
          </p:nvPr>
        </p:nvSpPr>
        <p:spPr>
          <a:xfrm>
            <a:off x="5757738" y="1761675"/>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5" name="Google Shape;75;p13"/>
          <p:cNvSpPr txBox="1"/>
          <p:nvPr>
            <p:ph idx="3" type="subTitle"/>
          </p:nvPr>
        </p:nvSpPr>
        <p:spPr>
          <a:xfrm>
            <a:off x="5757737" y="2793753"/>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6" name="Google Shape;76;p13"/>
          <p:cNvSpPr txBox="1"/>
          <p:nvPr>
            <p:ph idx="4" type="subTitle"/>
          </p:nvPr>
        </p:nvSpPr>
        <p:spPr>
          <a:xfrm>
            <a:off x="1777663" y="2793759"/>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77" name="Google Shape;77;p13"/>
          <p:cNvSpPr txBox="1"/>
          <p:nvPr>
            <p:ph hasCustomPrompt="1" idx="5" type="title"/>
          </p:nvPr>
        </p:nvSpPr>
        <p:spPr>
          <a:xfrm>
            <a:off x="876463" y="148027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p:nvPr>
            <p:ph hasCustomPrompt="1" idx="6" type="title"/>
          </p:nvPr>
        </p:nvSpPr>
        <p:spPr>
          <a:xfrm>
            <a:off x="4856538" y="2512350"/>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hasCustomPrompt="1" idx="7" type="title"/>
          </p:nvPr>
        </p:nvSpPr>
        <p:spPr>
          <a:xfrm>
            <a:off x="4856538" y="148027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p:nvPr>
            <p:ph hasCustomPrompt="1" idx="8" type="title"/>
          </p:nvPr>
        </p:nvSpPr>
        <p:spPr>
          <a:xfrm>
            <a:off x="876463" y="2512350"/>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p:nvPr>
            <p:ph idx="9" type="subTitle"/>
          </p:nvPr>
        </p:nvSpPr>
        <p:spPr>
          <a:xfrm>
            <a:off x="5757737" y="3825828"/>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2" name="Google Shape;82;p13"/>
          <p:cNvSpPr txBox="1"/>
          <p:nvPr>
            <p:ph idx="13" type="subTitle"/>
          </p:nvPr>
        </p:nvSpPr>
        <p:spPr>
          <a:xfrm>
            <a:off x="1777663" y="3825825"/>
            <a:ext cx="250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3" name="Google Shape;83;p13"/>
          <p:cNvSpPr txBox="1"/>
          <p:nvPr>
            <p:ph hasCustomPrompt="1" idx="14" type="title"/>
          </p:nvPr>
        </p:nvSpPr>
        <p:spPr>
          <a:xfrm>
            <a:off x="4856538" y="354442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p:nvPr>
            <p:ph hasCustomPrompt="1" idx="15" type="title"/>
          </p:nvPr>
        </p:nvSpPr>
        <p:spPr>
          <a:xfrm>
            <a:off x="876463" y="3544425"/>
            <a:ext cx="901200" cy="616800"/>
          </a:xfrm>
          <a:prstGeom prst="rect">
            <a:avLst/>
          </a:prstGeom>
          <a:noFill/>
          <a:ln>
            <a:noFill/>
          </a:ln>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p:nvPr>
            <p:ph idx="16" type="subTitle"/>
          </p:nvPr>
        </p:nvSpPr>
        <p:spPr>
          <a:xfrm>
            <a:off x="1777662" y="148027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6" name="Google Shape;86;p13"/>
          <p:cNvSpPr txBox="1"/>
          <p:nvPr>
            <p:ph idx="17" type="subTitle"/>
          </p:nvPr>
        </p:nvSpPr>
        <p:spPr>
          <a:xfrm>
            <a:off x="5757738" y="148027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7" name="Google Shape;87;p13"/>
          <p:cNvSpPr txBox="1"/>
          <p:nvPr>
            <p:ph idx="18" type="subTitle"/>
          </p:nvPr>
        </p:nvSpPr>
        <p:spPr>
          <a:xfrm>
            <a:off x="5757737" y="2512350"/>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8" name="Google Shape;88;p13"/>
          <p:cNvSpPr txBox="1"/>
          <p:nvPr>
            <p:ph idx="19" type="subTitle"/>
          </p:nvPr>
        </p:nvSpPr>
        <p:spPr>
          <a:xfrm>
            <a:off x="1777662" y="2512338"/>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9" name="Google Shape;89;p13"/>
          <p:cNvSpPr txBox="1"/>
          <p:nvPr>
            <p:ph idx="20" type="subTitle"/>
          </p:nvPr>
        </p:nvSpPr>
        <p:spPr>
          <a:xfrm>
            <a:off x="5757737" y="354442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0" name="Google Shape;90;p13"/>
          <p:cNvSpPr txBox="1"/>
          <p:nvPr>
            <p:ph idx="21" type="subTitle"/>
          </p:nvPr>
        </p:nvSpPr>
        <p:spPr>
          <a:xfrm>
            <a:off x="1777662" y="3544425"/>
            <a:ext cx="2509800" cy="3852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1" name="Google Shape;91;p13"/>
          <p:cNvGrpSpPr/>
          <p:nvPr/>
        </p:nvGrpSpPr>
        <p:grpSpPr>
          <a:xfrm>
            <a:off x="-363114" y="-686855"/>
            <a:ext cx="9835298" cy="6115780"/>
            <a:chOff x="-363114" y="-686855"/>
            <a:chExt cx="9835298" cy="6115780"/>
          </a:xfrm>
        </p:grpSpPr>
        <p:sp>
          <p:nvSpPr>
            <p:cNvPr id="92" name="Google Shape;92;p13"/>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93" name="Google Shape;93;p13"/>
            <p:cNvSpPr/>
            <p:nvPr/>
          </p:nvSpPr>
          <p:spPr>
            <a:xfrm flipH="1" rot="10800000">
              <a:off x="-173878" y="-686855"/>
              <a:ext cx="677400" cy="18285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94" name="Google Shape;94;p13"/>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95" name="Google Shape;95;p13"/>
            <p:cNvSpPr/>
            <p:nvPr/>
          </p:nvSpPr>
          <p:spPr>
            <a:xfrm flipH="1">
              <a:off x="8812484" y="4769225"/>
              <a:ext cx="659700" cy="659700"/>
            </a:xfrm>
            <a:prstGeom prst="ellipse">
              <a:avLst/>
            </a:prstGeom>
            <a:solidFill>
              <a:srgbClr val="F2557A">
                <a:alpha val="7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dk1"/>
        </a:solidFill>
      </p:bgPr>
    </p:bg>
    <p:spTree>
      <p:nvGrpSpPr>
        <p:cNvPr id="96" name="Shape 96"/>
        <p:cNvGrpSpPr/>
        <p:nvPr/>
      </p:nvGrpSpPr>
      <p:grpSpPr>
        <a:xfrm>
          <a:off x="0" y="0"/>
          <a:ext cx="0" cy="0"/>
          <a:chOff x="0" y="0"/>
          <a:chExt cx="0" cy="0"/>
        </a:xfrm>
      </p:grpSpPr>
      <p:sp>
        <p:nvSpPr>
          <p:cNvPr id="97" name="Google Shape;97;p14"/>
          <p:cNvSpPr txBox="1"/>
          <p:nvPr>
            <p:ph type="title"/>
          </p:nvPr>
        </p:nvSpPr>
        <p:spPr>
          <a:xfrm>
            <a:off x="2312325" y="3532875"/>
            <a:ext cx="5853600" cy="5319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3000"/>
              <a:buNone/>
              <a:defRPr sz="20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98" name="Google Shape;98;p14"/>
          <p:cNvSpPr txBox="1"/>
          <p:nvPr>
            <p:ph idx="1" type="subTitle"/>
          </p:nvPr>
        </p:nvSpPr>
        <p:spPr>
          <a:xfrm>
            <a:off x="2312275" y="1078725"/>
            <a:ext cx="5853600" cy="2343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solidFill>
                  <a:schemeClr val="lt1"/>
                </a:solidFill>
              </a:defRPr>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99" name="Google Shape;99;p14"/>
          <p:cNvGrpSpPr/>
          <p:nvPr/>
        </p:nvGrpSpPr>
        <p:grpSpPr>
          <a:xfrm>
            <a:off x="-3284446" y="334071"/>
            <a:ext cx="5348400" cy="2153758"/>
            <a:chOff x="-3284446" y="334071"/>
            <a:chExt cx="5348400" cy="2153758"/>
          </a:xfrm>
        </p:grpSpPr>
        <p:sp>
          <p:nvSpPr>
            <p:cNvPr id="100" name="Google Shape;100;p14"/>
            <p:cNvSpPr/>
            <p:nvPr/>
          </p:nvSpPr>
          <p:spPr>
            <a:xfrm flipH="1" rot="5400000">
              <a:off x="1474729" y="1719229"/>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01" name="Google Shape;101;p14"/>
            <p:cNvSpPr/>
            <p:nvPr/>
          </p:nvSpPr>
          <p:spPr>
            <a:xfrm flipH="1" rot="5400000">
              <a:off x="-1240246" y="-1710129"/>
              <a:ext cx="1260000" cy="5348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02" name="Google Shape;102;p14"/>
            <p:cNvSpPr/>
            <p:nvPr/>
          </p:nvSpPr>
          <p:spPr>
            <a:xfrm flipH="1" rot="5400000">
              <a:off x="-1240233" y="4129"/>
              <a:ext cx="1260000" cy="37074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03" name="Shape 103"/>
        <p:cNvGrpSpPr/>
        <p:nvPr/>
      </p:nvGrpSpPr>
      <p:grpSpPr>
        <a:xfrm>
          <a:off x="0" y="0"/>
          <a:ext cx="0" cy="0"/>
          <a:chOff x="0" y="0"/>
          <a:chExt cx="0" cy="0"/>
        </a:xfrm>
      </p:grpSpPr>
      <p:sp>
        <p:nvSpPr>
          <p:cNvPr id="104" name="Google Shape;104;p15"/>
          <p:cNvSpPr txBox="1"/>
          <p:nvPr>
            <p:ph type="title"/>
          </p:nvPr>
        </p:nvSpPr>
        <p:spPr>
          <a:xfrm>
            <a:off x="720000" y="1276938"/>
            <a:ext cx="3708000" cy="1473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5" name="Google Shape;105;p15"/>
          <p:cNvSpPr txBox="1"/>
          <p:nvPr>
            <p:ph idx="1" type="subTitle"/>
          </p:nvPr>
        </p:nvSpPr>
        <p:spPr>
          <a:xfrm>
            <a:off x="720000" y="2750263"/>
            <a:ext cx="37080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 name="Google Shape;106;p15"/>
          <p:cNvSpPr/>
          <p:nvPr>
            <p:ph idx="2" type="pic"/>
          </p:nvPr>
        </p:nvSpPr>
        <p:spPr>
          <a:xfrm>
            <a:off x="5273100" y="533863"/>
            <a:ext cx="2910000" cy="4075800"/>
          </a:xfrm>
          <a:prstGeom prst="roundRect">
            <a:avLst>
              <a:gd fmla="val 16667" name="adj"/>
            </a:avLst>
          </a:prstGeom>
          <a:noFill/>
          <a:ln>
            <a:noFill/>
          </a:ln>
        </p:spPr>
      </p:sp>
      <p:grpSp>
        <p:nvGrpSpPr>
          <p:cNvPr id="107" name="Google Shape;107;p15"/>
          <p:cNvGrpSpPr/>
          <p:nvPr/>
        </p:nvGrpSpPr>
        <p:grpSpPr>
          <a:xfrm>
            <a:off x="-1050200" y="3866575"/>
            <a:ext cx="1931825" cy="6297300"/>
            <a:chOff x="-1050200" y="3866575"/>
            <a:chExt cx="1931825" cy="6297300"/>
          </a:xfrm>
        </p:grpSpPr>
        <p:sp>
          <p:nvSpPr>
            <p:cNvPr id="108" name="Google Shape;108;p15"/>
            <p:cNvSpPr/>
            <p:nvPr/>
          </p:nvSpPr>
          <p:spPr>
            <a:xfrm flipH="1" rot="10800000">
              <a:off x="-1050200" y="3866575"/>
              <a:ext cx="1626600" cy="6297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09" name="Google Shape;109;p15"/>
            <p:cNvSpPr/>
            <p:nvPr/>
          </p:nvSpPr>
          <p:spPr>
            <a:xfrm flipH="1" rot="10800000">
              <a:off x="211725" y="4650500"/>
              <a:ext cx="669900" cy="66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10" name="Shape 110"/>
        <p:cNvGrpSpPr/>
        <p:nvPr/>
      </p:nvGrpSpPr>
      <p:grpSpPr>
        <a:xfrm>
          <a:off x="0" y="0"/>
          <a:ext cx="0" cy="0"/>
          <a:chOff x="0" y="0"/>
          <a:chExt cx="0" cy="0"/>
        </a:xfrm>
      </p:grpSpPr>
      <p:sp>
        <p:nvSpPr>
          <p:cNvPr id="111" name="Google Shape;111;p16"/>
          <p:cNvSpPr txBox="1"/>
          <p:nvPr>
            <p:ph type="title"/>
          </p:nvPr>
        </p:nvSpPr>
        <p:spPr>
          <a:xfrm>
            <a:off x="720000" y="1686150"/>
            <a:ext cx="3053100" cy="657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2" name="Google Shape;112;p16"/>
          <p:cNvSpPr txBox="1"/>
          <p:nvPr>
            <p:ph idx="1" type="subTitle"/>
          </p:nvPr>
        </p:nvSpPr>
        <p:spPr>
          <a:xfrm>
            <a:off x="720000" y="2292150"/>
            <a:ext cx="3053100" cy="116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13" name="Google Shape;113;p16"/>
          <p:cNvGrpSpPr/>
          <p:nvPr/>
        </p:nvGrpSpPr>
        <p:grpSpPr>
          <a:xfrm>
            <a:off x="-107150" y="-5035775"/>
            <a:ext cx="9299250" cy="15215050"/>
            <a:chOff x="-107150" y="-5059050"/>
            <a:chExt cx="9299250" cy="15215050"/>
          </a:xfrm>
        </p:grpSpPr>
        <p:sp>
          <p:nvSpPr>
            <p:cNvPr id="114" name="Google Shape;114;p16"/>
            <p:cNvSpPr/>
            <p:nvPr/>
          </p:nvSpPr>
          <p:spPr>
            <a:xfrm flipH="1">
              <a:off x="-107150" y="-5059050"/>
              <a:ext cx="1026600" cy="62973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15" name="Google Shape;115;p16"/>
            <p:cNvSpPr/>
            <p:nvPr/>
          </p:nvSpPr>
          <p:spPr>
            <a:xfrm flipH="1">
              <a:off x="8165500" y="3858700"/>
              <a:ext cx="1026600" cy="62973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
        <p:nvSpPr>
          <p:cNvPr id="116" name="Google Shape;116;p16"/>
          <p:cNvSpPr/>
          <p:nvPr/>
        </p:nvSpPr>
        <p:spPr>
          <a:xfrm flipH="1" rot="10800000">
            <a:off x="8430770" y="3055949"/>
            <a:ext cx="874500" cy="25731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17" name="Shape 117"/>
        <p:cNvGrpSpPr/>
        <p:nvPr/>
      </p:nvGrpSpPr>
      <p:grpSpPr>
        <a:xfrm>
          <a:off x="0" y="0"/>
          <a:ext cx="0" cy="0"/>
          <a:chOff x="0" y="0"/>
          <a:chExt cx="0" cy="0"/>
        </a:xfrm>
      </p:grpSpPr>
      <p:sp>
        <p:nvSpPr>
          <p:cNvPr id="118" name="Google Shape;118;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9" name="Google Shape;119;p17"/>
          <p:cNvSpPr txBox="1"/>
          <p:nvPr>
            <p:ph idx="1" type="body"/>
          </p:nvPr>
        </p:nvSpPr>
        <p:spPr>
          <a:xfrm>
            <a:off x="720000" y="1215750"/>
            <a:ext cx="7704000" cy="10569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Font typeface="Albert Sans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Clr>
                <a:srgbClr val="FFC800"/>
              </a:buClr>
              <a:buSzPts val="1200"/>
              <a:buFont typeface="Nunito Light"/>
              <a:buChar char="■"/>
              <a:defRPr/>
            </a:lvl3pPr>
            <a:lvl4pPr indent="-304800" lvl="3" marL="1828800" rtl="0">
              <a:lnSpc>
                <a:spcPct val="115000"/>
              </a:lnSpc>
              <a:spcBef>
                <a:spcPts val="0"/>
              </a:spcBef>
              <a:spcAft>
                <a:spcPts val="0"/>
              </a:spcAft>
              <a:buClr>
                <a:srgbClr val="FFC800"/>
              </a:buClr>
              <a:buSzPts val="1200"/>
              <a:buFont typeface="Nunito Light"/>
              <a:buChar char="●"/>
              <a:defRPr/>
            </a:lvl4pPr>
            <a:lvl5pPr indent="-304800" lvl="4" marL="2286000" rtl="0">
              <a:lnSpc>
                <a:spcPct val="115000"/>
              </a:lnSpc>
              <a:spcBef>
                <a:spcPts val="0"/>
              </a:spcBef>
              <a:spcAft>
                <a:spcPts val="0"/>
              </a:spcAft>
              <a:buClr>
                <a:srgbClr val="434343"/>
              </a:buClr>
              <a:buSzPts val="1200"/>
              <a:buFont typeface="Nunito Light"/>
              <a:buChar char="○"/>
              <a:defRPr/>
            </a:lvl5pPr>
            <a:lvl6pPr indent="-304800" lvl="5" marL="2743200" rtl="0">
              <a:lnSpc>
                <a:spcPct val="115000"/>
              </a:lnSpc>
              <a:spcBef>
                <a:spcPts val="0"/>
              </a:spcBef>
              <a:spcAft>
                <a:spcPts val="0"/>
              </a:spcAft>
              <a:buClr>
                <a:srgbClr val="434343"/>
              </a:buClr>
              <a:buSzPts val="1200"/>
              <a:buFont typeface="Nunito Light"/>
              <a:buChar char="■"/>
              <a:defRPr/>
            </a:lvl6pPr>
            <a:lvl7pPr indent="-304800" lvl="6" marL="3200400" rtl="0">
              <a:lnSpc>
                <a:spcPct val="115000"/>
              </a:lnSpc>
              <a:spcBef>
                <a:spcPts val="0"/>
              </a:spcBef>
              <a:spcAft>
                <a:spcPts val="0"/>
              </a:spcAft>
              <a:buClr>
                <a:srgbClr val="434343"/>
              </a:buClr>
              <a:buSzPts val="1200"/>
              <a:buFont typeface="Nunito Light"/>
              <a:buChar char="●"/>
              <a:defRPr/>
            </a:lvl7pPr>
            <a:lvl8pPr indent="-304800" lvl="7" marL="3657600" rtl="0">
              <a:lnSpc>
                <a:spcPct val="115000"/>
              </a:lnSpc>
              <a:spcBef>
                <a:spcPts val="0"/>
              </a:spcBef>
              <a:spcAft>
                <a:spcPts val="0"/>
              </a:spcAft>
              <a:buClr>
                <a:srgbClr val="434343"/>
              </a:buClr>
              <a:buSzPts val="1200"/>
              <a:buFont typeface="Nunito Light"/>
              <a:buChar char="○"/>
              <a:defRPr/>
            </a:lvl8pPr>
            <a:lvl9pPr indent="-304800" lvl="8" marL="4114800" rtl="0">
              <a:lnSpc>
                <a:spcPct val="115000"/>
              </a:lnSpc>
              <a:spcBef>
                <a:spcPts val="0"/>
              </a:spcBef>
              <a:spcAft>
                <a:spcPts val="0"/>
              </a:spcAft>
              <a:buClr>
                <a:srgbClr val="434343"/>
              </a:buClr>
              <a:buSzPts val="1200"/>
              <a:buFont typeface="Nunito Light"/>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120" name="Shape 120"/>
        <p:cNvGrpSpPr/>
        <p:nvPr/>
      </p:nvGrpSpPr>
      <p:grpSpPr>
        <a:xfrm>
          <a:off x="0" y="0"/>
          <a:ext cx="0" cy="0"/>
          <a:chOff x="0" y="0"/>
          <a:chExt cx="0" cy="0"/>
        </a:xfrm>
      </p:grpSpPr>
      <p:sp>
        <p:nvSpPr>
          <p:cNvPr id="121" name="Google Shape;121;p18"/>
          <p:cNvSpPr txBox="1"/>
          <p:nvPr>
            <p:ph type="title"/>
          </p:nvPr>
        </p:nvSpPr>
        <p:spPr>
          <a:xfrm>
            <a:off x="1746175" y="445025"/>
            <a:ext cx="6684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 name="Google Shape;122;p18"/>
          <p:cNvSpPr txBox="1"/>
          <p:nvPr>
            <p:ph idx="1" type="body"/>
          </p:nvPr>
        </p:nvSpPr>
        <p:spPr>
          <a:xfrm>
            <a:off x="1746175" y="1215750"/>
            <a:ext cx="6684600" cy="339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123" name="Google Shape;123;p18"/>
          <p:cNvGrpSpPr/>
          <p:nvPr/>
        </p:nvGrpSpPr>
        <p:grpSpPr>
          <a:xfrm flipH="1">
            <a:off x="-1230850" y="2160950"/>
            <a:ext cx="2479800" cy="6297300"/>
            <a:chOff x="6564450" y="1268000"/>
            <a:chExt cx="2479800" cy="6297300"/>
          </a:xfrm>
        </p:grpSpPr>
        <p:sp>
          <p:nvSpPr>
            <p:cNvPr id="124" name="Google Shape;124;p18"/>
            <p:cNvSpPr/>
            <p:nvPr/>
          </p:nvSpPr>
          <p:spPr>
            <a:xfrm>
              <a:off x="7417650" y="1268000"/>
              <a:ext cx="1626600" cy="6297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25" name="Google Shape;125;p18"/>
            <p:cNvSpPr/>
            <p:nvPr/>
          </p:nvSpPr>
          <p:spPr>
            <a:xfrm>
              <a:off x="6564450" y="2822300"/>
              <a:ext cx="1071600" cy="4365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26" name="Google Shape;126;p18"/>
            <p:cNvSpPr/>
            <p:nvPr/>
          </p:nvSpPr>
          <p:spPr>
            <a:xfrm>
              <a:off x="6890850" y="2109800"/>
              <a:ext cx="418800" cy="4188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27" name="Shape 127"/>
        <p:cNvGrpSpPr/>
        <p:nvPr/>
      </p:nvGrpSpPr>
      <p:grpSpPr>
        <a:xfrm>
          <a:off x="0" y="0"/>
          <a:ext cx="0" cy="0"/>
          <a:chOff x="0" y="0"/>
          <a:chExt cx="0" cy="0"/>
        </a:xfrm>
      </p:grpSpPr>
      <p:sp>
        <p:nvSpPr>
          <p:cNvPr id="128" name="Google Shape;128;p19"/>
          <p:cNvSpPr txBox="1"/>
          <p:nvPr>
            <p:ph type="title"/>
          </p:nvPr>
        </p:nvSpPr>
        <p:spPr>
          <a:xfrm>
            <a:off x="1721750" y="445025"/>
            <a:ext cx="5700300" cy="1098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9" name="Google Shape;129;p19"/>
          <p:cNvGrpSpPr/>
          <p:nvPr/>
        </p:nvGrpSpPr>
        <p:grpSpPr>
          <a:xfrm>
            <a:off x="-107146" y="-909126"/>
            <a:ext cx="9417818" cy="8992626"/>
            <a:chOff x="-107146" y="-909126"/>
            <a:chExt cx="9417818" cy="8992626"/>
          </a:xfrm>
        </p:grpSpPr>
        <p:sp>
          <p:nvSpPr>
            <p:cNvPr id="130" name="Google Shape;130;p19"/>
            <p:cNvSpPr/>
            <p:nvPr/>
          </p:nvSpPr>
          <p:spPr>
            <a:xfrm flipH="1" rot="10800000">
              <a:off x="8519272" y="3954900"/>
              <a:ext cx="791400" cy="4128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1" name="Google Shape;131;p19"/>
            <p:cNvSpPr/>
            <p:nvPr/>
          </p:nvSpPr>
          <p:spPr>
            <a:xfrm flipH="1" rot="10800000">
              <a:off x="7958000" y="4588140"/>
              <a:ext cx="791400" cy="2862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32" name="Google Shape;132;p19"/>
            <p:cNvGrpSpPr/>
            <p:nvPr/>
          </p:nvGrpSpPr>
          <p:grpSpPr>
            <a:xfrm rot="5400000">
              <a:off x="-544100" y="-472171"/>
              <a:ext cx="1828500" cy="954591"/>
              <a:chOff x="-1253563" y="3992679"/>
              <a:chExt cx="1828500" cy="954591"/>
            </a:xfrm>
          </p:grpSpPr>
          <p:sp>
            <p:nvSpPr>
              <p:cNvPr id="133" name="Google Shape;133;p19"/>
              <p:cNvSpPr/>
              <p:nvPr/>
            </p:nvSpPr>
            <p:spPr>
              <a:xfrm flipH="1" rot="5400000">
                <a:off x="-119071" y="3992679"/>
                <a:ext cx="277200" cy="277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4" name="Google Shape;134;p19"/>
              <p:cNvSpPr/>
              <p:nvPr/>
            </p:nvSpPr>
            <p:spPr>
              <a:xfrm rot="5400000">
                <a:off x="-678013" y="3694320"/>
                <a:ext cx="677400" cy="18285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35" name="Shape 135"/>
        <p:cNvGrpSpPr/>
        <p:nvPr/>
      </p:nvGrpSpPr>
      <p:grpSpPr>
        <a:xfrm>
          <a:off x="0" y="0"/>
          <a:ext cx="0" cy="0"/>
          <a:chOff x="0" y="0"/>
          <a:chExt cx="0" cy="0"/>
        </a:xfrm>
      </p:grpSpPr>
      <p:sp>
        <p:nvSpPr>
          <p:cNvPr id="136" name="Google Shape;136;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137" name="Google Shape;137;p20"/>
          <p:cNvGrpSpPr/>
          <p:nvPr/>
        </p:nvGrpSpPr>
        <p:grpSpPr>
          <a:xfrm flipH="1">
            <a:off x="-822466" y="-3825506"/>
            <a:ext cx="9983475" cy="8969006"/>
            <a:chOff x="-22300" y="-3825506"/>
            <a:chExt cx="9983475" cy="8969006"/>
          </a:xfrm>
        </p:grpSpPr>
        <p:sp>
          <p:nvSpPr>
            <p:cNvPr id="138" name="Google Shape;138;p20"/>
            <p:cNvSpPr/>
            <p:nvPr/>
          </p:nvSpPr>
          <p:spPr>
            <a:xfrm flipH="1">
              <a:off x="8312375" y="-678400"/>
              <a:ext cx="1648800" cy="1648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39" name="Google Shape;139;p20"/>
            <p:cNvSpPr/>
            <p:nvPr/>
          </p:nvSpPr>
          <p:spPr>
            <a:xfrm flipH="1" rot="5400000">
              <a:off x="-27100" y="4612200"/>
              <a:ext cx="536100" cy="526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0" name="Google Shape;140;p20"/>
            <p:cNvSpPr/>
            <p:nvPr/>
          </p:nvSpPr>
          <p:spPr>
            <a:xfrm flipH="1">
              <a:off x="171200" y="4469010"/>
              <a:ext cx="526500" cy="526500"/>
            </a:xfrm>
            <a:prstGeom prst="ellipse">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1" name="Google Shape;141;p20"/>
            <p:cNvSpPr/>
            <p:nvPr/>
          </p:nvSpPr>
          <p:spPr>
            <a:xfrm>
              <a:off x="7819550" y="-3825506"/>
              <a:ext cx="1483500" cy="4365000"/>
            </a:xfrm>
            <a:prstGeom prst="roundRect">
              <a:avLst>
                <a:gd fmla="val 50000" name="adj"/>
              </a:avLst>
            </a:prstGeom>
            <a:solidFill>
              <a:srgbClr val="F6F6F6">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142" name="Shape 142"/>
        <p:cNvGrpSpPr/>
        <p:nvPr/>
      </p:nvGrpSpPr>
      <p:grpSpPr>
        <a:xfrm>
          <a:off x="0" y="0"/>
          <a:ext cx="0" cy="0"/>
          <a:chOff x="0" y="0"/>
          <a:chExt cx="0" cy="0"/>
        </a:xfrm>
      </p:grpSpPr>
      <p:sp>
        <p:nvSpPr>
          <p:cNvPr id="143" name="Google Shape;14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144" name="Google Shape;144;p21"/>
          <p:cNvGrpSpPr/>
          <p:nvPr/>
        </p:nvGrpSpPr>
        <p:grpSpPr>
          <a:xfrm>
            <a:off x="-107146" y="-909126"/>
            <a:ext cx="9417818" cy="8992626"/>
            <a:chOff x="-107146" y="-909126"/>
            <a:chExt cx="9417818" cy="8992626"/>
          </a:xfrm>
        </p:grpSpPr>
        <p:sp>
          <p:nvSpPr>
            <p:cNvPr id="145" name="Google Shape;145;p21"/>
            <p:cNvSpPr/>
            <p:nvPr/>
          </p:nvSpPr>
          <p:spPr>
            <a:xfrm flipH="1" rot="10800000">
              <a:off x="8519272" y="3954900"/>
              <a:ext cx="791400" cy="4128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6" name="Google Shape;146;p21"/>
            <p:cNvSpPr/>
            <p:nvPr/>
          </p:nvSpPr>
          <p:spPr>
            <a:xfrm flipH="1" rot="10800000">
              <a:off x="7958000" y="4588140"/>
              <a:ext cx="791400" cy="2862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47" name="Google Shape;147;p21"/>
            <p:cNvGrpSpPr/>
            <p:nvPr/>
          </p:nvGrpSpPr>
          <p:grpSpPr>
            <a:xfrm rot="5400000">
              <a:off x="-544100" y="-472171"/>
              <a:ext cx="1828500" cy="954591"/>
              <a:chOff x="-1253563" y="3992679"/>
              <a:chExt cx="1828500" cy="954591"/>
            </a:xfrm>
          </p:grpSpPr>
          <p:sp>
            <p:nvSpPr>
              <p:cNvPr id="148" name="Google Shape;148;p21"/>
              <p:cNvSpPr/>
              <p:nvPr/>
            </p:nvSpPr>
            <p:spPr>
              <a:xfrm flipH="1" rot="5400000">
                <a:off x="-119071" y="3992679"/>
                <a:ext cx="277200" cy="277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49" name="Google Shape;149;p21"/>
              <p:cNvSpPr/>
              <p:nvPr/>
            </p:nvSpPr>
            <p:spPr>
              <a:xfrm rot="5400000">
                <a:off x="-678013" y="3694320"/>
                <a:ext cx="677400" cy="18285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0" name="Shape 150"/>
        <p:cNvGrpSpPr/>
        <p:nvPr/>
      </p:nvGrpSpPr>
      <p:grpSpPr>
        <a:xfrm>
          <a:off x="0" y="0"/>
          <a:ext cx="0" cy="0"/>
          <a:chOff x="0" y="0"/>
          <a:chExt cx="0" cy="0"/>
        </a:xfrm>
      </p:grpSpPr>
      <p:sp>
        <p:nvSpPr>
          <p:cNvPr id="151" name="Google Shape;15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2" name="Google Shape;152;p22"/>
          <p:cNvSpPr txBox="1"/>
          <p:nvPr>
            <p:ph idx="1" type="subTitle"/>
          </p:nvPr>
        </p:nvSpPr>
        <p:spPr>
          <a:xfrm>
            <a:off x="3099859" y="1710975"/>
            <a:ext cx="361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3" name="Google Shape;153;p22"/>
          <p:cNvSpPr txBox="1"/>
          <p:nvPr>
            <p:ph idx="2" type="subTitle"/>
          </p:nvPr>
        </p:nvSpPr>
        <p:spPr>
          <a:xfrm>
            <a:off x="3099859" y="3946825"/>
            <a:ext cx="361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4" name="Google Shape;154;p22"/>
          <p:cNvSpPr txBox="1"/>
          <p:nvPr>
            <p:ph idx="3" type="subTitle"/>
          </p:nvPr>
        </p:nvSpPr>
        <p:spPr>
          <a:xfrm>
            <a:off x="3099859" y="2828900"/>
            <a:ext cx="3619800" cy="5727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5" name="Google Shape;155;p22"/>
          <p:cNvSpPr txBox="1"/>
          <p:nvPr>
            <p:ph idx="4" type="subTitle"/>
          </p:nvPr>
        </p:nvSpPr>
        <p:spPr>
          <a:xfrm>
            <a:off x="3099859" y="1324575"/>
            <a:ext cx="3619800" cy="5235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56" name="Google Shape;156;p22"/>
          <p:cNvSpPr txBox="1"/>
          <p:nvPr>
            <p:ph idx="5" type="subTitle"/>
          </p:nvPr>
        </p:nvSpPr>
        <p:spPr>
          <a:xfrm>
            <a:off x="3099859" y="3560425"/>
            <a:ext cx="3619800" cy="5235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57" name="Google Shape;157;p22"/>
          <p:cNvSpPr txBox="1"/>
          <p:nvPr>
            <p:ph idx="6" type="subTitle"/>
          </p:nvPr>
        </p:nvSpPr>
        <p:spPr>
          <a:xfrm>
            <a:off x="3099859" y="2442500"/>
            <a:ext cx="3619800" cy="5235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gn="ctr">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gn="ctr">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gn="ctr">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gn="ctr">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gn="ctr">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gn="ctr">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gn="ctr">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grpSp>
        <p:nvGrpSpPr>
          <p:cNvPr id="158" name="Google Shape;158;p22"/>
          <p:cNvGrpSpPr/>
          <p:nvPr/>
        </p:nvGrpSpPr>
        <p:grpSpPr>
          <a:xfrm>
            <a:off x="-393450" y="136650"/>
            <a:ext cx="9412000" cy="7788778"/>
            <a:chOff x="-393450" y="136650"/>
            <a:chExt cx="9412000" cy="7788778"/>
          </a:xfrm>
        </p:grpSpPr>
        <p:sp>
          <p:nvSpPr>
            <p:cNvPr id="159" name="Google Shape;159;p22"/>
            <p:cNvSpPr/>
            <p:nvPr/>
          </p:nvSpPr>
          <p:spPr>
            <a:xfrm flipH="1" rot="10800000">
              <a:off x="8492050" y="136650"/>
              <a:ext cx="526500" cy="526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60" name="Google Shape;160;p22"/>
            <p:cNvGrpSpPr/>
            <p:nvPr/>
          </p:nvGrpSpPr>
          <p:grpSpPr>
            <a:xfrm>
              <a:off x="-393450" y="2571752"/>
              <a:ext cx="1462351" cy="5353676"/>
              <a:chOff x="-2108325" y="-2157248"/>
              <a:chExt cx="1462351" cy="5353676"/>
            </a:xfrm>
          </p:grpSpPr>
          <p:sp>
            <p:nvSpPr>
              <p:cNvPr id="161" name="Google Shape;161;p22"/>
              <p:cNvSpPr/>
              <p:nvPr/>
            </p:nvSpPr>
            <p:spPr>
              <a:xfrm flipH="1" rot="10800000">
                <a:off x="-2108325" y="-2157248"/>
                <a:ext cx="793500" cy="793500"/>
              </a:xfrm>
              <a:prstGeom prst="ellipse">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62" name="Google Shape;162;p22"/>
              <p:cNvSpPr/>
              <p:nvPr/>
            </p:nvSpPr>
            <p:spPr>
              <a:xfrm rot="10800000">
                <a:off x="-1665375" y="-1168572"/>
                <a:ext cx="1019400" cy="4365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63" name="Shape 163"/>
        <p:cNvGrpSpPr/>
        <p:nvPr/>
      </p:nvGrpSpPr>
      <p:grpSpPr>
        <a:xfrm>
          <a:off x="0" y="0"/>
          <a:ext cx="0" cy="0"/>
          <a:chOff x="0" y="0"/>
          <a:chExt cx="0" cy="0"/>
        </a:xfrm>
      </p:grpSpPr>
      <p:sp>
        <p:nvSpPr>
          <p:cNvPr id="164" name="Google Shape;16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5" name="Google Shape;165;p23"/>
          <p:cNvSpPr txBox="1"/>
          <p:nvPr>
            <p:ph idx="1" type="subTitle"/>
          </p:nvPr>
        </p:nvSpPr>
        <p:spPr>
          <a:xfrm>
            <a:off x="716625" y="2255698"/>
            <a:ext cx="2439000" cy="18702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66" name="Google Shape;166;p23"/>
          <p:cNvSpPr txBox="1"/>
          <p:nvPr>
            <p:ph idx="2" type="subTitle"/>
          </p:nvPr>
        </p:nvSpPr>
        <p:spPr>
          <a:xfrm>
            <a:off x="3352500" y="2255698"/>
            <a:ext cx="2439000" cy="18702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67" name="Google Shape;167;p23"/>
          <p:cNvSpPr txBox="1"/>
          <p:nvPr>
            <p:ph idx="3" type="subTitle"/>
          </p:nvPr>
        </p:nvSpPr>
        <p:spPr>
          <a:xfrm>
            <a:off x="5988375" y="2255698"/>
            <a:ext cx="2439000" cy="18702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68" name="Google Shape;168;p23"/>
          <p:cNvSpPr txBox="1"/>
          <p:nvPr>
            <p:ph idx="4" type="subTitle"/>
          </p:nvPr>
        </p:nvSpPr>
        <p:spPr>
          <a:xfrm>
            <a:off x="716625" y="1480225"/>
            <a:ext cx="2439000" cy="8604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9" name="Google Shape;169;p23"/>
          <p:cNvSpPr txBox="1"/>
          <p:nvPr>
            <p:ph idx="5" type="subTitle"/>
          </p:nvPr>
        </p:nvSpPr>
        <p:spPr>
          <a:xfrm>
            <a:off x="3352500" y="1480225"/>
            <a:ext cx="2439000" cy="8604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70" name="Google Shape;170;p23"/>
          <p:cNvSpPr txBox="1"/>
          <p:nvPr>
            <p:ph idx="6" type="subTitle"/>
          </p:nvPr>
        </p:nvSpPr>
        <p:spPr>
          <a:xfrm>
            <a:off x="5988375" y="1480225"/>
            <a:ext cx="2439000" cy="8604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71" name="Google Shape;171;p23"/>
          <p:cNvGrpSpPr/>
          <p:nvPr/>
        </p:nvGrpSpPr>
        <p:grpSpPr>
          <a:xfrm>
            <a:off x="-928775" y="-93025"/>
            <a:ext cx="10062875" cy="6791097"/>
            <a:chOff x="-928775" y="-93025"/>
            <a:chExt cx="10062875" cy="6791097"/>
          </a:xfrm>
        </p:grpSpPr>
        <p:sp>
          <p:nvSpPr>
            <p:cNvPr id="172" name="Google Shape;172;p23"/>
            <p:cNvSpPr/>
            <p:nvPr/>
          </p:nvSpPr>
          <p:spPr>
            <a:xfrm>
              <a:off x="-928775" y="-93025"/>
              <a:ext cx="1648800" cy="1648800"/>
            </a:xfrm>
            <a:prstGeom prst="ellipse">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nvGrpSpPr>
            <p:cNvPr id="173" name="Google Shape;173;p23"/>
            <p:cNvGrpSpPr/>
            <p:nvPr/>
          </p:nvGrpSpPr>
          <p:grpSpPr>
            <a:xfrm>
              <a:off x="8424000" y="4173728"/>
              <a:ext cx="710100" cy="2524343"/>
              <a:chOff x="8424000" y="4173728"/>
              <a:chExt cx="710100" cy="2524343"/>
            </a:xfrm>
          </p:grpSpPr>
          <p:sp>
            <p:nvSpPr>
              <p:cNvPr id="174" name="Google Shape;174;p23"/>
              <p:cNvSpPr/>
              <p:nvPr/>
            </p:nvSpPr>
            <p:spPr>
              <a:xfrm>
                <a:off x="8609250" y="4173728"/>
                <a:ext cx="339600" cy="339600"/>
              </a:xfrm>
              <a:prstGeom prst="ellipse">
                <a:avLst/>
              </a:prstGeom>
              <a:solidFill>
                <a:srgbClr val="F2557A">
                  <a:alpha val="7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75" name="Google Shape;175;p23"/>
              <p:cNvSpPr/>
              <p:nvPr/>
            </p:nvSpPr>
            <p:spPr>
              <a:xfrm>
                <a:off x="8424000" y="4608572"/>
                <a:ext cx="710100" cy="2089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76" name="Shape 176"/>
        <p:cNvGrpSpPr/>
        <p:nvPr/>
      </p:nvGrpSpPr>
      <p:grpSpPr>
        <a:xfrm>
          <a:off x="0" y="0"/>
          <a:ext cx="0" cy="0"/>
          <a:chOff x="0" y="0"/>
          <a:chExt cx="0" cy="0"/>
        </a:xfrm>
      </p:grpSpPr>
      <p:sp>
        <p:nvSpPr>
          <p:cNvPr id="177" name="Google Shape;177;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8" name="Google Shape;178;p24"/>
          <p:cNvSpPr txBox="1"/>
          <p:nvPr>
            <p:ph idx="1" type="subTitle"/>
          </p:nvPr>
        </p:nvSpPr>
        <p:spPr>
          <a:xfrm>
            <a:off x="720000" y="1781139"/>
            <a:ext cx="3851700" cy="1203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79" name="Google Shape;179;p24"/>
          <p:cNvSpPr txBox="1"/>
          <p:nvPr>
            <p:ph idx="2" type="subTitle"/>
          </p:nvPr>
        </p:nvSpPr>
        <p:spPr>
          <a:xfrm>
            <a:off x="4571802" y="1778800"/>
            <a:ext cx="3851700" cy="1203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80" name="Google Shape;180;p24"/>
          <p:cNvSpPr txBox="1"/>
          <p:nvPr>
            <p:ph idx="3" type="subTitle"/>
          </p:nvPr>
        </p:nvSpPr>
        <p:spPr>
          <a:xfrm>
            <a:off x="720000" y="3635325"/>
            <a:ext cx="7704000" cy="665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181" name="Google Shape;181;p24"/>
          <p:cNvSpPr txBox="1"/>
          <p:nvPr>
            <p:ph idx="4" type="subTitle"/>
          </p:nvPr>
        </p:nvSpPr>
        <p:spPr>
          <a:xfrm>
            <a:off x="720000" y="1467825"/>
            <a:ext cx="3851700" cy="4275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82" name="Google Shape;182;p24"/>
          <p:cNvSpPr txBox="1"/>
          <p:nvPr>
            <p:ph idx="5" type="subTitle"/>
          </p:nvPr>
        </p:nvSpPr>
        <p:spPr>
          <a:xfrm>
            <a:off x="4571800" y="1467825"/>
            <a:ext cx="3851700" cy="4275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sp>
        <p:nvSpPr>
          <p:cNvPr id="183" name="Google Shape;183;p24"/>
          <p:cNvSpPr txBox="1"/>
          <p:nvPr>
            <p:ph idx="6" type="subTitle"/>
          </p:nvPr>
        </p:nvSpPr>
        <p:spPr>
          <a:xfrm>
            <a:off x="720000" y="3325377"/>
            <a:ext cx="7704000" cy="4275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2600"/>
              <a:buFont typeface="DM Sans"/>
              <a:buNone/>
              <a:defRPr b="1" sz="2000">
                <a:latin typeface="Poppins"/>
                <a:ea typeface="Poppins"/>
                <a:cs typeface="Poppins"/>
                <a:sym typeface="Poppins"/>
              </a:defRPr>
            </a:lvl1pPr>
            <a:lvl2pPr lvl="1" rtl="0">
              <a:lnSpc>
                <a:spcPct val="115000"/>
              </a:lnSpc>
              <a:spcBef>
                <a:spcPts val="0"/>
              </a:spcBef>
              <a:spcAft>
                <a:spcPts val="0"/>
              </a:spcAft>
              <a:buSzPts val="2600"/>
              <a:buFont typeface="DM Sans"/>
              <a:buNone/>
              <a:defRPr b="1" sz="2600">
                <a:latin typeface="DM Sans"/>
                <a:ea typeface="DM Sans"/>
                <a:cs typeface="DM Sans"/>
                <a:sym typeface="DM Sans"/>
              </a:defRPr>
            </a:lvl2pPr>
            <a:lvl3pPr lvl="2" rtl="0">
              <a:lnSpc>
                <a:spcPct val="115000"/>
              </a:lnSpc>
              <a:spcBef>
                <a:spcPts val="0"/>
              </a:spcBef>
              <a:spcAft>
                <a:spcPts val="0"/>
              </a:spcAft>
              <a:buSzPts val="2600"/>
              <a:buFont typeface="DM Sans"/>
              <a:buNone/>
              <a:defRPr b="1" sz="2600">
                <a:latin typeface="DM Sans"/>
                <a:ea typeface="DM Sans"/>
                <a:cs typeface="DM Sans"/>
                <a:sym typeface="DM Sans"/>
              </a:defRPr>
            </a:lvl3pPr>
            <a:lvl4pPr lvl="3" rtl="0">
              <a:lnSpc>
                <a:spcPct val="115000"/>
              </a:lnSpc>
              <a:spcBef>
                <a:spcPts val="0"/>
              </a:spcBef>
              <a:spcAft>
                <a:spcPts val="0"/>
              </a:spcAft>
              <a:buSzPts val="2600"/>
              <a:buFont typeface="DM Sans"/>
              <a:buNone/>
              <a:defRPr b="1" sz="2600">
                <a:latin typeface="DM Sans"/>
                <a:ea typeface="DM Sans"/>
                <a:cs typeface="DM Sans"/>
                <a:sym typeface="DM Sans"/>
              </a:defRPr>
            </a:lvl4pPr>
            <a:lvl5pPr lvl="4" rtl="0">
              <a:lnSpc>
                <a:spcPct val="115000"/>
              </a:lnSpc>
              <a:spcBef>
                <a:spcPts val="0"/>
              </a:spcBef>
              <a:spcAft>
                <a:spcPts val="0"/>
              </a:spcAft>
              <a:buSzPts val="2600"/>
              <a:buFont typeface="DM Sans"/>
              <a:buNone/>
              <a:defRPr b="1" sz="2600">
                <a:latin typeface="DM Sans"/>
                <a:ea typeface="DM Sans"/>
                <a:cs typeface="DM Sans"/>
                <a:sym typeface="DM Sans"/>
              </a:defRPr>
            </a:lvl5pPr>
            <a:lvl6pPr lvl="5" rtl="0">
              <a:lnSpc>
                <a:spcPct val="115000"/>
              </a:lnSpc>
              <a:spcBef>
                <a:spcPts val="0"/>
              </a:spcBef>
              <a:spcAft>
                <a:spcPts val="0"/>
              </a:spcAft>
              <a:buSzPts val="2600"/>
              <a:buFont typeface="DM Sans"/>
              <a:buNone/>
              <a:defRPr b="1" sz="2600">
                <a:latin typeface="DM Sans"/>
                <a:ea typeface="DM Sans"/>
                <a:cs typeface="DM Sans"/>
                <a:sym typeface="DM Sans"/>
              </a:defRPr>
            </a:lvl6pPr>
            <a:lvl7pPr lvl="6" rtl="0">
              <a:lnSpc>
                <a:spcPct val="115000"/>
              </a:lnSpc>
              <a:spcBef>
                <a:spcPts val="0"/>
              </a:spcBef>
              <a:spcAft>
                <a:spcPts val="0"/>
              </a:spcAft>
              <a:buSzPts val="2600"/>
              <a:buFont typeface="DM Sans"/>
              <a:buNone/>
              <a:defRPr b="1" sz="2600">
                <a:latin typeface="DM Sans"/>
                <a:ea typeface="DM Sans"/>
                <a:cs typeface="DM Sans"/>
                <a:sym typeface="DM Sans"/>
              </a:defRPr>
            </a:lvl7pPr>
            <a:lvl8pPr lvl="7" rtl="0">
              <a:lnSpc>
                <a:spcPct val="115000"/>
              </a:lnSpc>
              <a:spcBef>
                <a:spcPts val="0"/>
              </a:spcBef>
              <a:spcAft>
                <a:spcPts val="0"/>
              </a:spcAft>
              <a:buSzPts val="2600"/>
              <a:buFont typeface="DM Sans"/>
              <a:buNone/>
              <a:defRPr b="1" sz="2600">
                <a:latin typeface="DM Sans"/>
                <a:ea typeface="DM Sans"/>
                <a:cs typeface="DM Sans"/>
                <a:sym typeface="DM Sans"/>
              </a:defRPr>
            </a:lvl8pPr>
            <a:lvl9pPr lvl="8" rtl="0">
              <a:lnSpc>
                <a:spcPct val="115000"/>
              </a:lnSpc>
              <a:spcBef>
                <a:spcPts val="0"/>
              </a:spcBef>
              <a:spcAft>
                <a:spcPts val="0"/>
              </a:spcAft>
              <a:buSzPts val="2600"/>
              <a:buFont typeface="DM Sans"/>
              <a:buNone/>
              <a:defRPr b="1" sz="2600">
                <a:latin typeface="DM Sans"/>
                <a:ea typeface="DM Sans"/>
                <a:cs typeface="DM Sans"/>
                <a:sym typeface="DM Sans"/>
              </a:defRPr>
            </a:lvl9pPr>
          </a:lstStyle>
          <a:p/>
        </p:txBody>
      </p:sp>
      <p:grpSp>
        <p:nvGrpSpPr>
          <p:cNvPr id="184" name="Google Shape;184;p24"/>
          <p:cNvGrpSpPr/>
          <p:nvPr/>
        </p:nvGrpSpPr>
        <p:grpSpPr>
          <a:xfrm>
            <a:off x="-22300" y="-3825506"/>
            <a:ext cx="9983475" cy="8969006"/>
            <a:chOff x="-22300" y="-3825506"/>
            <a:chExt cx="9983475" cy="8969006"/>
          </a:xfrm>
        </p:grpSpPr>
        <p:sp>
          <p:nvSpPr>
            <p:cNvPr id="185" name="Google Shape;185;p24"/>
            <p:cNvSpPr/>
            <p:nvPr/>
          </p:nvSpPr>
          <p:spPr>
            <a:xfrm flipH="1">
              <a:off x="8312375" y="-678400"/>
              <a:ext cx="1648800" cy="1648800"/>
            </a:xfrm>
            <a:prstGeom prst="ellipse">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86" name="Google Shape;186;p24"/>
            <p:cNvSpPr/>
            <p:nvPr/>
          </p:nvSpPr>
          <p:spPr>
            <a:xfrm flipH="1" rot="5400000">
              <a:off x="-27100" y="4612200"/>
              <a:ext cx="536100" cy="526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87" name="Google Shape;187;p24"/>
            <p:cNvSpPr/>
            <p:nvPr/>
          </p:nvSpPr>
          <p:spPr>
            <a:xfrm flipH="1">
              <a:off x="171200" y="4469010"/>
              <a:ext cx="526500" cy="526500"/>
            </a:xfrm>
            <a:prstGeom prst="ellipse">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188" name="Google Shape;188;p24"/>
            <p:cNvSpPr/>
            <p:nvPr/>
          </p:nvSpPr>
          <p:spPr>
            <a:xfrm>
              <a:off x="7819550" y="-3825506"/>
              <a:ext cx="1483500" cy="4365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9" name="Shape 189"/>
        <p:cNvGrpSpPr/>
        <p:nvPr/>
      </p:nvGrpSpPr>
      <p:grpSpPr>
        <a:xfrm>
          <a:off x="0" y="0"/>
          <a:ext cx="0" cy="0"/>
          <a:chOff x="0" y="0"/>
          <a:chExt cx="0" cy="0"/>
        </a:xfrm>
      </p:grpSpPr>
      <p:sp>
        <p:nvSpPr>
          <p:cNvPr id="190" name="Google Shape;19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1" name="Google Shape;191;p25"/>
          <p:cNvSpPr txBox="1"/>
          <p:nvPr>
            <p:ph idx="1" type="subTitle"/>
          </p:nvPr>
        </p:nvSpPr>
        <p:spPr>
          <a:xfrm>
            <a:off x="1747638" y="1647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2" name="Google Shape;192;p25"/>
          <p:cNvSpPr txBox="1"/>
          <p:nvPr>
            <p:ph idx="2" type="subTitle"/>
          </p:nvPr>
        </p:nvSpPr>
        <p:spPr>
          <a:xfrm>
            <a:off x="5186088" y="1647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3" name="Google Shape;193;p25"/>
          <p:cNvSpPr txBox="1"/>
          <p:nvPr>
            <p:ph idx="3" type="subTitle"/>
          </p:nvPr>
        </p:nvSpPr>
        <p:spPr>
          <a:xfrm>
            <a:off x="1747638" y="3231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4" name="Google Shape;194;p25"/>
          <p:cNvSpPr txBox="1"/>
          <p:nvPr>
            <p:ph idx="4" type="subTitle"/>
          </p:nvPr>
        </p:nvSpPr>
        <p:spPr>
          <a:xfrm>
            <a:off x="5186088" y="3231925"/>
            <a:ext cx="2626800" cy="911100"/>
          </a:xfrm>
          <a:prstGeom prst="rect">
            <a:avLst/>
          </a:prstGeom>
          <a:ln>
            <a:noFill/>
          </a:ln>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5" name="Google Shape;195;p25"/>
          <p:cNvSpPr txBox="1"/>
          <p:nvPr>
            <p:ph idx="5" type="subTitle"/>
          </p:nvPr>
        </p:nvSpPr>
        <p:spPr>
          <a:xfrm>
            <a:off x="1747650" y="121562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6" name="Google Shape;196;p25"/>
          <p:cNvSpPr txBox="1"/>
          <p:nvPr>
            <p:ph idx="6" type="subTitle"/>
          </p:nvPr>
        </p:nvSpPr>
        <p:spPr>
          <a:xfrm>
            <a:off x="5186100" y="121562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7" name="Google Shape;197;p25"/>
          <p:cNvSpPr txBox="1"/>
          <p:nvPr>
            <p:ph idx="7" type="subTitle"/>
          </p:nvPr>
        </p:nvSpPr>
        <p:spPr>
          <a:xfrm>
            <a:off x="1747650" y="279957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98" name="Google Shape;198;p25"/>
          <p:cNvSpPr txBox="1"/>
          <p:nvPr>
            <p:ph idx="8" type="subTitle"/>
          </p:nvPr>
        </p:nvSpPr>
        <p:spPr>
          <a:xfrm>
            <a:off x="5186100" y="2799575"/>
            <a:ext cx="2626800" cy="482400"/>
          </a:xfrm>
          <a:prstGeom prst="rect">
            <a:avLst/>
          </a:prstGeom>
          <a:ln>
            <a:noFill/>
          </a:ln>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99" name="Google Shape;199;p25"/>
          <p:cNvGrpSpPr/>
          <p:nvPr/>
        </p:nvGrpSpPr>
        <p:grpSpPr>
          <a:xfrm>
            <a:off x="-2608950" y="-68353"/>
            <a:ext cx="14807675" cy="5426654"/>
            <a:chOff x="-2608950" y="-68353"/>
            <a:chExt cx="14807675" cy="5426654"/>
          </a:xfrm>
        </p:grpSpPr>
        <p:sp>
          <p:nvSpPr>
            <p:cNvPr id="200" name="Google Shape;200;p25"/>
            <p:cNvSpPr/>
            <p:nvPr/>
          </p:nvSpPr>
          <p:spPr>
            <a:xfrm rot="-5400000">
              <a:off x="9880775" y="-1781803"/>
              <a:ext cx="604500" cy="4031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01" name="Google Shape;201;p25"/>
            <p:cNvSpPr/>
            <p:nvPr/>
          </p:nvSpPr>
          <p:spPr>
            <a:xfrm rot="-5400000">
              <a:off x="9588139" y="-734549"/>
              <a:ext cx="604500" cy="2794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02" name="Google Shape;202;p25"/>
            <p:cNvSpPr/>
            <p:nvPr/>
          </p:nvSpPr>
          <p:spPr>
            <a:xfrm rot="5400000">
              <a:off x="-895500" y="3040351"/>
              <a:ext cx="604500" cy="4031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03" name="Google Shape;203;p25"/>
            <p:cNvSpPr/>
            <p:nvPr/>
          </p:nvSpPr>
          <p:spPr>
            <a:xfrm rot="5400000">
              <a:off x="-380001" y="3806300"/>
              <a:ext cx="604500" cy="16419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04" name="Shape 204"/>
        <p:cNvGrpSpPr/>
        <p:nvPr/>
      </p:nvGrpSpPr>
      <p:grpSpPr>
        <a:xfrm>
          <a:off x="0" y="0"/>
          <a:ext cx="0" cy="0"/>
          <a:chOff x="0" y="0"/>
          <a:chExt cx="0" cy="0"/>
        </a:xfrm>
      </p:grpSpPr>
      <p:sp>
        <p:nvSpPr>
          <p:cNvPr id="205" name="Google Shape;20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6" name="Google Shape;206;p26"/>
          <p:cNvSpPr txBox="1"/>
          <p:nvPr>
            <p:ph idx="1" type="subTitle"/>
          </p:nvPr>
        </p:nvSpPr>
        <p:spPr>
          <a:xfrm>
            <a:off x="1046381" y="21492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7" name="Google Shape;207;p26"/>
          <p:cNvSpPr txBox="1"/>
          <p:nvPr>
            <p:ph idx="2" type="subTitle"/>
          </p:nvPr>
        </p:nvSpPr>
        <p:spPr>
          <a:xfrm>
            <a:off x="3538950" y="21492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8" name="Google Shape;208;p26"/>
          <p:cNvSpPr txBox="1"/>
          <p:nvPr>
            <p:ph idx="3" type="subTitle"/>
          </p:nvPr>
        </p:nvSpPr>
        <p:spPr>
          <a:xfrm>
            <a:off x="1046381" y="38405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9" name="Google Shape;209;p26"/>
          <p:cNvSpPr txBox="1"/>
          <p:nvPr>
            <p:ph idx="4" type="subTitle"/>
          </p:nvPr>
        </p:nvSpPr>
        <p:spPr>
          <a:xfrm>
            <a:off x="3538950" y="38405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0" name="Google Shape;210;p26"/>
          <p:cNvSpPr txBox="1"/>
          <p:nvPr>
            <p:ph idx="5" type="subTitle"/>
          </p:nvPr>
        </p:nvSpPr>
        <p:spPr>
          <a:xfrm>
            <a:off x="6031519" y="21492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1" name="Google Shape;211;p26"/>
          <p:cNvSpPr txBox="1"/>
          <p:nvPr>
            <p:ph idx="6" type="subTitle"/>
          </p:nvPr>
        </p:nvSpPr>
        <p:spPr>
          <a:xfrm>
            <a:off x="6031519" y="3840500"/>
            <a:ext cx="2066100" cy="6354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12" name="Google Shape;212;p26"/>
          <p:cNvSpPr txBox="1"/>
          <p:nvPr>
            <p:ph idx="7" type="subTitle"/>
          </p:nvPr>
        </p:nvSpPr>
        <p:spPr>
          <a:xfrm>
            <a:off x="1046381" y="17329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3" name="Google Shape;213;p26"/>
          <p:cNvSpPr txBox="1"/>
          <p:nvPr>
            <p:ph idx="8" type="subTitle"/>
          </p:nvPr>
        </p:nvSpPr>
        <p:spPr>
          <a:xfrm>
            <a:off x="3538950" y="17329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4" name="Google Shape;214;p26"/>
          <p:cNvSpPr txBox="1"/>
          <p:nvPr>
            <p:ph idx="9" type="subTitle"/>
          </p:nvPr>
        </p:nvSpPr>
        <p:spPr>
          <a:xfrm>
            <a:off x="6031519" y="17329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5" name="Google Shape;215;p26"/>
          <p:cNvSpPr txBox="1"/>
          <p:nvPr>
            <p:ph idx="13" type="subTitle"/>
          </p:nvPr>
        </p:nvSpPr>
        <p:spPr>
          <a:xfrm>
            <a:off x="1046381" y="34240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6" name="Google Shape;216;p26"/>
          <p:cNvSpPr txBox="1"/>
          <p:nvPr>
            <p:ph idx="14" type="subTitle"/>
          </p:nvPr>
        </p:nvSpPr>
        <p:spPr>
          <a:xfrm>
            <a:off x="3538950" y="34240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7" name="Google Shape;217;p26"/>
          <p:cNvSpPr txBox="1"/>
          <p:nvPr>
            <p:ph idx="15" type="subTitle"/>
          </p:nvPr>
        </p:nvSpPr>
        <p:spPr>
          <a:xfrm>
            <a:off x="6031519" y="3424075"/>
            <a:ext cx="2066100" cy="492600"/>
          </a:xfrm>
          <a:prstGeom prst="rect">
            <a:avLst/>
          </a:prstGeom>
          <a:ln>
            <a:noFill/>
          </a:ln>
        </p:spPr>
        <p:txBody>
          <a:bodyPr anchorCtr="0" anchor="b" bIns="91425" lIns="91425" spcFirstLastPara="1" rIns="91425" wrap="square" tIns="91425">
            <a:noAutofit/>
          </a:bodyPr>
          <a:lstStyle>
            <a:lvl1pPr lvl="0" rtl="0" algn="ctr">
              <a:lnSpc>
                <a:spcPct val="115000"/>
              </a:lnSpc>
              <a:spcBef>
                <a:spcPts val="0"/>
              </a:spcBef>
              <a:spcAft>
                <a:spcPts val="0"/>
              </a:spcAft>
              <a:buSzPts val="2400"/>
              <a:buFont typeface="DM Sans"/>
              <a:buNone/>
              <a:defRPr b="1" sz="2000">
                <a:solidFill>
                  <a:schemeClr val="dk1"/>
                </a:solidFill>
                <a:latin typeface="Poppins"/>
                <a:ea typeface="Poppins"/>
                <a:cs typeface="Poppins"/>
                <a:sym typeface="Poppi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18" name="Google Shape;218;p26"/>
          <p:cNvGrpSpPr/>
          <p:nvPr/>
        </p:nvGrpSpPr>
        <p:grpSpPr>
          <a:xfrm>
            <a:off x="-363114" y="-686855"/>
            <a:ext cx="9835298" cy="6115780"/>
            <a:chOff x="-363114" y="-686855"/>
            <a:chExt cx="9835298" cy="6115780"/>
          </a:xfrm>
        </p:grpSpPr>
        <p:sp>
          <p:nvSpPr>
            <p:cNvPr id="219" name="Google Shape;219;p26"/>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0" name="Google Shape;220;p26"/>
            <p:cNvSpPr/>
            <p:nvPr/>
          </p:nvSpPr>
          <p:spPr>
            <a:xfrm flipH="1" rot="10800000">
              <a:off x="-173878" y="-686855"/>
              <a:ext cx="677400" cy="18285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1" name="Google Shape;221;p26"/>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2" name="Google Shape;222;p26"/>
            <p:cNvSpPr/>
            <p:nvPr/>
          </p:nvSpPr>
          <p:spPr>
            <a:xfrm flipH="1">
              <a:off x="8812484" y="4769225"/>
              <a:ext cx="659700" cy="6597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bg>
      <p:bgPr>
        <a:solidFill>
          <a:schemeClr val="dk1"/>
        </a:solidFill>
      </p:bgPr>
    </p:bg>
    <p:spTree>
      <p:nvGrpSpPr>
        <p:cNvPr id="223" name="Shape 223"/>
        <p:cNvGrpSpPr/>
        <p:nvPr/>
      </p:nvGrpSpPr>
      <p:grpSpPr>
        <a:xfrm>
          <a:off x="0" y="0"/>
          <a:ext cx="0" cy="0"/>
          <a:chOff x="0" y="0"/>
          <a:chExt cx="0" cy="0"/>
        </a:xfrm>
      </p:grpSpPr>
      <p:sp>
        <p:nvSpPr>
          <p:cNvPr id="224" name="Google Shape;224;p27"/>
          <p:cNvSpPr txBox="1"/>
          <p:nvPr>
            <p:ph hasCustomPrompt="1" type="title"/>
          </p:nvPr>
        </p:nvSpPr>
        <p:spPr>
          <a:xfrm>
            <a:off x="713225" y="628300"/>
            <a:ext cx="4117200" cy="7689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3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5" name="Google Shape;225;p27"/>
          <p:cNvSpPr txBox="1"/>
          <p:nvPr>
            <p:ph idx="1" type="subTitle"/>
          </p:nvPr>
        </p:nvSpPr>
        <p:spPr>
          <a:xfrm>
            <a:off x="713225" y="1211869"/>
            <a:ext cx="4117200" cy="598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226" name="Google Shape;226;p27"/>
          <p:cNvSpPr txBox="1"/>
          <p:nvPr>
            <p:ph hasCustomPrompt="1" idx="2" type="title"/>
          </p:nvPr>
        </p:nvSpPr>
        <p:spPr>
          <a:xfrm>
            <a:off x="713225" y="1980564"/>
            <a:ext cx="4117200" cy="7689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3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7" name="Google Shape;227;p27"/>
          <p:cNvSpPr txBox="1"/>
          <p:nvPr>
            <p:ph idx="3" type="subTitle"/>
          </p:nvPr>
        </p:nvSpPr>
        <p:spPr>
          <a:xfrm>
            <a:off x="713225" y="2564133"/>
            <a:ext cx="4117200" cy="598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228" name="Google Shape;228;p27"/>
          <p:cNvSpPr txBox="1"/>
          <p:nvPr>
            <p:ph hasCustomPrompt="1" idx="4" type="title"/>
          </p:nvPr>
        </p:nvSpPr>
        <p:spPr>
          <a:xfrm>
            <a:off x="713225" y="3332828"/>
            <a:ext cx="4117200" cy="7689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Clr>
                <a:schemeClr val="lt1"/>
              </a:buClr>
              <a:buSzPts val="6000"/>
              <a:buNone/>
              <a:defRPr sz="38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9" name="Google Shape;229;p27"/>
          <p:cNvSpPr txBox="1"/>
          <p:nvPr>
            <p:ph idx="5" type="subTitle"/>
          </p:nvPr>
        </p:nvSpPr>
        <p:spPr>
          <a:xfrm>
            <a:off x="713225" y="3916397"/>
            <a:ext cx="4117200" cy="598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30" name="Shape 230"/>
        <p:cNvGrpSpPr/>
        <p:nvPr/>
      </p:nvGrpSpPr>
      <p:grpSpPr>
        <a:xfrm>
          <a:off x="0" y="0"/>
          <a:ext cx="0" cy="0"/>
          <a:chOff x="0" y="0"/>
          <a:chExt cx="0" cy="0"/>
        </a:xfrm>
      </p:grpSpPr>
      <p:sp>
        <p:nvSpPr>
          <p:cNvPr id="231" name="Google Shape;231;p28"/>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2" name="Google Shape;232;p28"/>
          <p:cNvSpPr txBox="1"/>
          <p:nvPr>
            <p:ph idx="1" type="subTitle"/>
          </p:nvPr>
        </p:nvSpPr>
        <p:spPr>
          <a:xfrm>
            <a:off x="2347950" y="1598712"/>
            <a:ext cx="4448100" cy="1224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28"/>
          <p:cNvSpPr txBox="1"/>
          <p:nvPr/>
        </p:nvSpPr>
        <p:spPr>
          <a:xfrm>
            <a:off x="2559250" y="3478300"/>
            <a:ext cx="4025400" cy="76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b="1" lang="en" sz="1200" u="sng">
                <a:solidFill>
                  <a:schemeClr val="dk1"/>
                </a:solidFill>
                <a:latin typeface="Albert Sans"/>
                <a:ea typeface="Albert Sans"/>
                <a:cs typeface="Albert Sans"/>
                <a:sym typeface="Albert Sans"/>
                <a:hlinkClick r:id="rId2">
                  <a:extLst>
                    <a:ext uri="{A12FA001-AC4F-418D-AE19-62706E023703}">
                      <ahyp:hlinkClr val="tx"/>
                    </a:ext>
                  </a:extLst>
                </a:hlinkClick>
              </a:rPr>
              <a:t>Slidesgo</a:t>
            </a:r>
            <a:r>
              <a:rPr b="1" lang="en" sz="1200">
                <a:solidFill>
                  <a:schemeClr val="dk1"/>
                </a:solidFill>
                <a:latin typeface="Albert Sans"/>
                <a:ea typeface="Albert Sans"/>
                <a:cs typeface="Albert Sans"/>
                <a:sym typeface="Albert Sans"/>
              </a:rPr>
              <a:t>,</a:t>
            </a:r>
            <a:r>
              <a:rPr lang="en" sz="1200">
                <a:solidFill>
                  <a:schemeClr val="dk1"/>
                </a:solidFill>
                <a:latin typeface="Albert Sans"/>
                <a:ea typeface="Albert Sans"/>
                <a:cs typeface="Albert Sans"/>
                <a:sym typeface="Albert Sans"/>
              </a:rPr>
              <a:t> and includes icons by</a:t>
            </a:r>
            <a:r>
              <a:rPr b="1" lang="en" sz="1200">
                <a:solidFill>
                  <a:schemeClr val="dk1"/>
                </a:solidFill>
                <a:latin typeface="Albert Sans"/>
                <a:ea typeface="Albert Sans"/>
                <a:cs typeface="Albert Sans"/>
                <a:sym typeface="Albert Sans"/>
              </a:rPr>
              <a:t> </a:t>
            </a:r>
            <a:r>
              <a:rPr b="1" lang="en" sz="1200" u="sng">
                <a:solidFill>
                  <a:schemeClr val="dk1"/>
                </a:solidFill>
                <a:latin typeface="Albert Sans"/>
                <a:ea typeface="Albert Sans"/>
                <a:cs typeface="Albert Sans"/>
                <a:sym typeface="Albert Sans"/>
                <a:hlinkClick r:id="rId3">
                  <a:extLst>
                    <a:ext uri="{A12FA001-AC4F-418D-AE19-62706E023703}">
                      <ahyp:hlinkClr val="tx"/>
                    </a:ext>
                  </a:extLst>
                </a:hlinkClick>
              </a:rPr>
              <a:t>Flaticon</a:t>
            </a:r>
            <a:r>
              <a:rPr b="1" lang="en" sz="1200">
                <a:solidFill>
                  <a:schemeClr val="dk1"/>
                </a:solidFill>
                <a:latin typeface="Albert Sans"/>
                <a:ea typeface="Albert Sans"/>
                <a:cs typeface="Albert Sans"/>
                <a:sym typeface="Albert Sans"/>
              </a:rPr>
              <a:t>,</a:t>
            </a:r>
            <a:r>
              <a:rPr lang="en" sz="1200">
                <a:solidFill>
                  <a:schemeClr val="dk1"/>
                </a:solidFill>
                <a:latin typeface="Albert Sans"/>
                <a:ea typeface="Albert Sans"/>
                <a:cs typeface="Albert Sans"/>
                <a:sym typeface="Albert Sans"/>
              </a:rPr>
              <a:t> and infographics &amp; images by </a:t>
            </a:r>
            <a:r>
              <a:rPr b="1" lang="en" sz="1200" u="sng">
                <a:solidFill>
                  <a:schemeClr val="dk1"/>
                </a:solidFill>
                <a:latin typeface="Albert Sans"/>
                <a:ea typeface="Albert Sans"/>
                <a:cs typeface="Albert Sans"/>
                <a:sym typeface="Albert Sans"/>
                <a:hlinkClick r:id="rId4">
                  <a:extLst>
                    <a:ext uri="{A12FA001-AC4F-418D-AE19-62706E023703}">
                      <ahyp:hlinkClr val="tx"/>
                    </a:ext>
                  </a:extLst>
                </a:hlinkClick>
              </a:rPr>
              <a:t>Freepik</a:t>
            </a:r>
            <a:r>
              <a:rPr b="1" lang="en" sz="1200" u="sng">
                <a:solidFill>
                  <a:schemeClr val="dk1"/>
                </a:solidFill>
                <a:latin typeface="Albert Sans"/>
                <a:ea typeface="Albert Sans"/>
                <a:cs typeface="Albert Sans"/>
                <a:sym typeface="Albert Sans"/>
              </a:rPr>
              <a:t> </a:t>
            </a:r>
            <a:endParaRPr b="1" sz="1200" u="sng">
              <a:solidFill>
                <a:schemeClr val="dk1"/>
              </a:solidFill>
              <a:latin typeface="Albert Sans"/>
              <a:ea typeface="Albert Sans"/>
              <a:cs typeface="Albert Sans"/>
              <a:sym typeface="Albert Sans"/>
            </a:endParaRPr>
          </a:p>
        </p:txBody>
      </p:sp>
      <p:grpSp>
        <p:nvGrpSpPr>
          <p:cNvPr id="234" name="Google Shape;234;p28"/>
          <p:cNvGrpSpPr/>
          <p:nvPr/>
        </p:nvGrpSpPr>
        <p:grpSpPr>
          <a:xfrm flipH="1">
            <a:off x="262209" y="-769880"/>
            <a:ext cx="9276274" cy="9176905"/>
            <a:chOff x="-386316" y="-769880"/>
            <a:chExt cx="9276274" cy="9176905"/>
          </a:xfrm>
        </p:grpSpPr>
        <p:sp>
          <p:nvSpPr>
            <p:cNvPr id="235" name="Google Shape;235;p28"/>
            <p:cNvSpPr/>
            <p:nvPr/>
          </p:nvSpPr>
          <p:spPr>
            <a:xfrm>
              <a:off x="7629958" y="3058625"/>
              <a:ext cx="1260000" cy="53484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6" name="Google Shape;236;p28"/>
            <p:cNvSpPr/>
            <p:nvPr/>
          </p:nvSpPr>
          <p:spPr>
            <a:xfrm>
              <a:off x="6736200" y="3879112"/>
              <a:ext cx="1260000" cy="37074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7" name="Google Shape;237;p28"/>
            <p:cNvSpPr/>
            <p:nvPr/>
          </p:nvSpPr>
          <p:spPr>
            <a:xfrm rot="10800000">
              <a:off x="312387" y="-769880"/>
              <a:ext cx="677400" cy="1828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8" name="Google Shape;238;p28"/>
            <p:cNvSpPr/>
            <p:nvPr/>
          </p:nvSpPr>
          <p:spPr>
            <a:xfrm rot="10800000">
              <a:off x="-38477" y="-27518"/>
              <a:ext cx="698700" cy="698700"/>
            </a:xfrm>
            <a:prstGeom prst="chord">
              <a:avLst>
                <a:gd fmla="val 5399387" name="adj1"/>
                <a:gd fmla="val 16200000" name="adj2"/>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9" name="Google Shape;239;p28"/>
            <p:cNvSpPr/>
            <p:nvPr/>
          </p:nvSpPr>
          <p:spPr>
            <a:xfrm rot="10800000">
              <a:off x="-386316" y="-27518"/>
              <a:ext cx="698700" cy="698700"/>
            </a:xfrm>
            <a:prstGeom prst="chord">
              <a:avLst>
                <a:gd fmla="val 5399387" name="adj1"/>
                <a:gd fmla="val 16200000" name="adj2"/>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240" name="Shape 240"/>
        <p:cNvGrpSpPr/>
        <p:nvPr/>
      </p:nvGrpSpPr>
      <p:grpSpPr>
        <a:xfrm>
          <a:off x="0" y="0"/>
          <a:ext cx="0" cy="0"/>
          <a:chOff x="0" y="0"/>
          <a:chExt cx="0" cy="0"/>
        </a:xfrm>
      </p:grpSpPr>
      <p:sp>
        <p:nvSpPr>
          <p:cNvPr id="241" name="Google Shape;241;p29"/>
          <p:cNvSpPr/>
          <p:nvPr/>
        </p:nvSpPr>
        <p:spPr>
          <a:xfrm flipH="1">
            <a:off x="8312375" y="-678400"/>
            <a:ext cx="1648800" cy="1648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2" name="Google Shape;242;p29"/>
          <p:cNvSpPr/>
          <p:nvPr/>
        </p:nvSpPr>
        <p:spPr>
          <a:xfrm flipH="1" rot="5400000">
            <a:off x="-27100" y="4612200"/>
            <a:ext cx="536100" cy="526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3" name="Google Shape;243;p29"/>
          <p:cNvSpPr/>
          <p:nvPr/>
        </p:nvSpPr>
        <p:spPr>
          <a:xfrm flipH="1">
            <a:off x="171200" y="4469010"/>
            <a:ext cx="526500" cy="526500"/>
          </a:xfrm>
          <a:prstGeom prst="ellipse">
            <a:avLst/>
          </a:prstGeom>
          <a:solidFill>
            <a:srgbClr val="0584A4">
              <a:alpha val="318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4" name="Google Shape;244;p29"/>
          <p:cNvSpPr/>
          <p:nvPr/>
        </p:nvSpPr>
        <p:spPr>
          <a:xfrm>
            <a:off x="7819550" y="-3825506"/>
            <a:ext cx="1483500" cy="4365000"/>
          </a:xfrm>
          <a:prstGeom prst="roundRect">
            <a:avLst>
              <a:gd fmla="val 50000" name="adj"/>
            </a:avLst>
          </a:prstGeom>
          <a:solidFill>
            <a:srgbClr val="FFFFFF">
              <a:alpha val="41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245" name="Shape 245"/>
        <p:cNvGrpSpPr/>
        <p:nvPr/>
      </p:nvGrpSpPr>
      <p:grpSpPr>
        <a:xfrm>
          <a:off x="0" y="0"/>
          <a:ext cx="0" cy="0"/>
          <a:chOff x="0" y="0"/>
          <a:chExt cx="0" cy="0"/>
        </a:xfrm>
      </p:grpSpPr>
      <p:grpSp>
        <p:nvGrpSpPr>
          <p:cNvPr id="246" name="Google Shape;246;p30"/>
          <p:cNvGrpSpPr/>
          <p:nvPr/>
        </p:nvGrpSpPr>
        <p:grpSpPr>
          <a:xfrm>
            <a:off x="-363114" y="-686855"/>
            <a:ext cx="9835298" cy="6115780"/>
            <a:chOff x="-363114" y="-686855"/>
            <a:chExt cx="9835298" cy="6115780"/>
          </a:xfrm>
        </p:grpSpPr>
        <p:sp>
          <p:nvSpPr>
            <p:cNvPr id="247" name="Google Shape;247;p30"/>
            <p:cNvSpPr/>
            <p:nvPr/>
          </p:nvSpPr>
          <p:spPr>
            <a:xfrm flipH="1">
              <a:off x="8812484" y="4331375"/>
              <a:ext cx="277200" cy="27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8" name="Google Shape;248;p30"/>
            <p:cNvSpPr/>
            <p:nvPr/>
          </p:nvSpPr>
          <p:spPr>
            <a:xfrm flipH="1" rot="10800000">
              <a:off x="-173878" y="-686855"/>
              <a:ext cx="677400" cy="1828500"/>
            </a:xfrm>
            <a:prstGeom prst="roundRect">
              <a:avLst>
                <a:gd fmla="val 50000" name="adj"/>
              </a:avLst>
            </a:prstGeom>
            <a:solidFill>
              <a:srgbClr val="74CEC4">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49" name="Google Shape;249;p30"/>
            <p:cNvSpPr/>
            <p:nvPr/>
          </p:nvSpPr>
          <p:spPr>
            <a:xfrm flipH="1">
              <a:off x="-363114" y="781582"/>
              <a:ext cx="698700" cy="698700"/>
            </a:xfrm>
            <a:prstGeom prst="chord">
              <a:avLst>
                <a:gd fmla="val 539938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50" name="Google Shape;250;p30"/>
            <p:cNvSpPr/>
            <p:nvPr/>
          </p:nvSpPr>
          <p:spPr>
            <a:xfrm flipH="1">
              <a:off x="8812484" y="4769225"/>
              <a:ext cx="659700" cy="659700"/>
            </a:xfrm>
            <a:prstGeom prst="ellipse">
              <a:avLst/>
            </a:prstGeom>
            <a:solidFill>
              <a:srgbClr val="EE325F">
                <a:alpha val="718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54" name="Shape 254"/>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55" name="Shape 255"/>
        <p:cNvGrpSpPr/>
        <p:nvPr/>
      </p:nvGrpSpPr>
      <p:grpSpPr>
        <a:xfrm>
          <a:off x="0" y="0"/>
          <a:ext cx="0" cy="0"/>
          <a:chOff x="0" y="0"/>
          <a:chExt cx="0" cy="0"/>
        </a:xfrm>
      </p:grpSpPr>
      <p:sp>
        <p:nvSpPr>
          <p:cNvPr id="256" name="Google Shape;256;p33"/>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51" name="Shape 251"/>
        <p:cNvGrpSpPr/>
        <p:nvPr/>
      </p:nvGrpSpPr>
      <p:grpSpPr>
        <a:xfrm>
          <a:off x="0" y="0"/>
          <a:ext cx="0" cy="0"/>
          <a:chOff x="0" y="0"/>
          <a:chExt cx="0" cy="0"/>
        </a:xfrm>
      </p:grpSpPr>
      <p:sp>
        <p:nvSpPr>
          <p:cNvPr id="252" name="Google Shape;252;p31"/>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253" name="Google Shape;253;p3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slide" Target="slide33.xml"/><Relationship Id="rId4" Type="http://schemas.openxmlformats.org/officeDocument/2006/relationships/slide" Target="slide30.xml"/><Relationship Id="rId5" Type="http://schemas.openxmlformats.org/officeDocument/2006/relationships/slide" Target="slide29.xml"/><Relationship Id="rId6" Type="http://schemas.openxmlformats.org/officeDocument/2006/relationships/slide" Target="slide29.xml"/><Relationship Id="rId7" Type="http://schemas.openxmlformats.org/officeDocument/2006/relationships/slide" Target="slide28.xml"/><Relationship Id="rId8" Type="http://schemas.openxmlformats.org/officeDocument/2006/relationships/slide" Target="slide33.xml"/><Relationship Id="rId9" Type="http://schemas.openxmlformats.org/officeDocument/2006/relationships/slide" Target="slide41.xml"/><Relationship Id="rId10" Type="http://schemas.openxmlformats.org/officeDocument/2006/relationships/slide" Target="slide35.xml"/><Relationship Id="rId11"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2" Type="http://schemas.openxmlformats.org/officeDocument/2006/relationships/hyperlink" Target="https://bit.ly/3A1uf1Q" TargetMode="External"/><Relationship Id="rId13" Type="http://schemas.openxmlformats.org/officeDocument/2006/relationships/hyperlink" Target="http://bit.ly/30B07Gq" TargetMode="External"/><Relationship Id="rId14" Type="http://schemas.openxmlformats.org/officeDocument/2006/relationships/hyperlink" Target="http://bit.ly/33VAFh3" TargetMode="External"/><Relationship Id="rId15" Type="http://schemas.openxmlformats.org/officeDocument/2006/relationships/hyperlink" Target="https://www.freepik.com/?utm_source=slidesgo_template&amp;utm_medium=referral-link&amp;utm_campaign=promo-slide&amp;utm_term=slidesgo&amp;utm_content=freepik" TargetMode="External"/><Relationship Id="rId16" Type="http://schemas.openxmlformats.org/officeDocument/2006/relationships/hyperlink" Target="https://www.flaticon.com/?utm_source=slidesgo_template&amp;utm_medium=referral-link&amp;utm_campaign=promo-slide&amp;utm_term=slidesgo&amp;utm_content=flaticon" TargetMode="External"/><Relationship Id="rId17" Type="http://schemas.openxmlformats.org/officeDocument/2006/relationships/hyperlink" Target="https://storyset.com/?utm_source=slidesgo_template&amp;utm_medium=referral-link&amp;utm_campaign=promo-slide&amp;utm_term=slidesgo&amp;utm_content=storyset" TargetMode="External"/><Relationship Id="rId18" Type="http://schemas.openxmlformats.org/officeDocument/2006/relationships/hyperlink" Target="https://wepik.com/?utm_source=slidesgo_template&amp;utm_medium=referral-link&amp;utm_campaign=promo-slide&amp;utm_term=slidesgo&amp;utm_content=wepik" TargetMode="External"/><Relationship Id="rId19" Type="http://schemas.openxmlformats.org/officeDocument/2006/relationships/hyperlink" Target="https://www.videvo.net/?utm_source=slidesgo_template&amp;utm_medium=referral-link&amp;utm_campaign=sg_resources&amp;utm_content=videv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hyperlink" Target="https://docs.google.com/spreadsheets/d/1x-WeIGFlfBAllM0zs27NNIJvIHMhp0XxZTqKVx1Nkew/copy#gid=0" TargetMode="External"/><Relationship Id="rId5" Type="http://schemas.openxmlformats.org/officeDocument/2006/relationships/image" Target="../media/image1.png"/><Relationship Id="rId6"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hyperlink" Target="https://docs.google.com/spreadsheets/d/1x-WeIGFlfBAllM0zs27NNIJvIHMhp0XxZTqKVx1Nkew/copy#gid=1033309022" TargetMode="External"/><Relationship Id="rId5" Type="http://schemas.openxmlformats.org/officeDocument/2006/relationships/image" Target="../media/image2.png"/><Relationship Id="rId6"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3.jp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hyperlink" Target="https://www.freepik.com/free-vector/flat-design-minimalist-background_35237785.htm/?utm_source=slidesgo_template&amp;utm_medium=referral-link&amp;utm_campaign=sg_resources&amp;utm_content=freepik"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www.freepik.com/free-vector/modern-duotone-green-nursing-medical-business-card_13914808.htm/?utm_source=slidesgo_template&amp;utm_medium=referral-link&amp;utm_campaign=sg_resources&amp;utm_content=freepik" TargetMode="External"/><Relationship Id="rId4" Type="http://schemas.openxmlformats.org/officeDocument/2006/relationships/hyperlink" Target="https://www.freepik.com/free-photo/abstract-various-dark-blue-bubbles-texture_5043835.htm/?utm_source=slidesgo_template&amp;utm_medium=referral-link&amp;utm_campaign=sg_resources&amp;utm_content=freepik" TargetMode="External"/><Relationship Id="rId5" Type="http://schemas.openxmlformats.org/officeDocument/2006/relationships/hyperlink" Target="https://www.freepik.com/free-photo/medium-shot-man-wearing-earphones_10346470.htm/?utm_source=slidesgo_template&amp;utm_medium=referral-link&amp;utm_campaign=sg_resources&amp;utm_content=freepik"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 Id="rId3" Type="http://schemas.openxmlformats.org/officeDocument/2006/relationships/hyperlink" Target="https://fonts.google.com/specimen/Poppins" TargetMode="External"/><Relationship Id="rId4" Type="http://schemas.openxmlformats.org/officeDocument/2006/relationships/hyperlink" Target="https://fonts.google.com/specimen/Albert+San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5.xml"/><Relationship Id="rId3" Type="http://schemas.openxmlformats.org/officeDocument/2006/relationships/hyperlink" Target="https://bit.ly/2ZjL1pd"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1.xml"/><Relationship Id="rId3" Type="http://schemas.openxmlformats.org/officeDocument/2006/relationships/hyperlink" Target="https://workspace.google.com/marketplace/app/icons_for_slides_docs/38157832650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4"/>
          <p:cNvSpPr txBox="1"/>
          <p:nvPr>
            <p:ph type="ctrTitle"/>
          </p:nvPr>
        </p:nvSpPr>
        <p:spPr>
          <a:xfrm>
            <a:off x="713225" y="1529038"/>
            <a:ext cx="6919800" cy="2009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2800" b="1">
                <a:latin typeface="Poppins"/>
              </a:rPr>
              <a:t>SPIME: A Stacked Physics-Informed Meta-Ensemble</a:t>
            </a:r>
            <a:endParaRPr/>
          </a:p>
        </p:txBody>
      </p:sp>
      <p:sp>
        <p:nvSpPr>
          <p:cNvPr id="262" name="Google Shape;262;p34"/>
          <p:cNvSpPr txBox="1"/>
          <p:nvPr>
            <p:ph idx="1" type="subTitle"/>
          </p:nvPr>
        </p:nvSpPr>
        <p:spPr>
          <a:xfrm>
            <a:off x="713225" y="3721100"/>
            <a:ext cx="2308200" cy="73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100" b="0">
                <a:latin typeface="Albert Sans"/>
              </a:rPr>
              <a:t>Low-Cost PM2.5 Sensor Calibration Under Tropical and Harmattan Meteorological Regimes in Sub-Saharan Africa</a:t>
            </a:r>
            <a:endParaRPr>
              <a:latin typeface="Albert Sans"/>
              <a:ea typeface="Albert Sans"/>
              <a:cs typeface="Albert Sans"/>
              <a:sym typeface="Albert Sans"/>
            </a:endParaRPr>
          </a:p>
          <a:p/>
          <a:p>
            <a:r>
              <a:rPr sz="1100" b="0">
                <a:latin typeface="Albert Sans"/>
              </a:rPr>
              <a:t>Candidate: Neal Allison Hughes (Student ID: 11178252)</a:t>
            </a:r>
          </a:p>
          <a:p>
            <a:r>
              <a:rPr sz="1100" b="0">
                <a:latin typeface="Albert Sans"/>
              </a:rPr>
              <a:t>Principal Supervisor: Prof. Isaac Wiafe | Department of Computer Science, University of Ghana</a:t>
            </a:r>
          </a:p>
          <a:p>
            <a:r>
              <a:rPr sz="1100" b="0">
                <a:latin typeface="Albert Sans"/>
              </a:rPr>
              <a:t>Testing Hub: African Sensor Evaluation and Training Facility (Afri-SET), Department of Physics</a:t>
            </a:r>
          </a:p>
          <a:p>
            <a:r>
              <a:rPr sz="1100" b="0">
                <a:latin typeface="Albert Sans"/>
              </a:rPr>
              <a:t>Academic Year 2025/2026 | July 2026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200" b="1">
                <a:latin typeface="Poppins"/>
              </a:rPr>
              <a:t>Project Defense Executive Overview</a:t>
            </a:r>
            <a:endParaRPr/>
          </a:p>
        </p:txBody>
      </p:sp>
      <p:graphicFrame>
        <p:nvGraphicFramePr>
          <p:cNvPr id="268" name="Google Shape;268;p35"/>
          <p:cNvGraphicFramePr/>
          <p:nvPr/>
        </p:nvGraphicFramePr>
        <p:xfrm>
          <a:off x="720000" y="1614825"/>
          <a:ext cx="3000000" cy="3000000"/>
        </p:xfrm>
        <a:graphic>
          <a:graphicData uri="http://schemas.openxmlformats.org/drawingml/2006/table">
            <a:tbl>
              <a:tblPr>
                <a:noFill/>
                <a:tableStyleId>{616F86E6-8DA3-4E69-B831-3E0220ED793E}</a:tableStyleId>
              </a:tblPr>
              <a:tblGrid>
                <a:gridCol w="2213125"/>
                <a:gridCol w="5490875"/>
              </a:tblGrid>
              <a:tr h="361525">
                <a:tc>
                  <a:txBody>
                    <a:bodyPr/>
                    <a:lstStyle/>
                    <a:p>
                      <a:r>
                        <a:rPr sz="1000" b="1">
                          <a:latin typeface="Albert Sans"/>
                        </a:rPr>
                        <a:t>Research Focus</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1000">
                          <a:latin typeface="Albert Sans"/>
                        </a:rPr>
                        <a:t>Ambient PM2.5 Sensor Calibration in Tropical West Africa</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r>
                        <a:rPr sz="1000" b="1">
                          <a:latin typeface="Albert Sans"/>
                        </a:rPr>
                        <a:t>Target Low-Cost Sensor</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1000">
                          <a:latin typeface="Albert Sans"/>
                        </a:rPr>
                        <a:t>QuantAQ Modulair-PM (Alphasense OPC-N3 Optical Particle Counter)</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r>
                        <a:rPr sz="1000" b="1">
                          <a:latin typeface="Albert Sans"/>
                        </a:rPr>
                        <a:t>Reference Standard</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1000">
                          <a:latin typeface="Albert Sans"/>
                        </a:rPr>
                        <a:t>Teledyne API T640 Continuous Spectrometer (US EPA FEM Certified)</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r>
                        <a:rPr sz="1000" b="1">
                          <a:latin typeface="Albert Sans"/>
                        </a:rPr>
                        <a:t>Core Innovation</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1000">
                          <a:latin typeface="Albert Sans"/>
                        </a:rPr>
                        <a:t>75-D Physics-Informed Feature Space + 5-Fold Stacking Meta-Ensemble</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r>
                        <a:rPr sz="1000" b="1">
                          <a:latin typeface="Albert Sans"/>
                        </a:rPr>
                        <a:t>Holdout Performance</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1000">
                          <a:latin typeface="Albert Sans"/>
                        </a:rPr>
                        <a:t>R² = 0.9632, MAE = 0.61 µg/m³ (66.3% error reduction, zero overfit gap: -0.0002)</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r>
                        <a:rPr sz="1000" b="1">
                          <a:latin typeface="Albert Sans"/>
                        </a:rPr>
                        <a:t>Operational Deployment</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1000">
                          <a:latin typeface="Albert Sans"/>
                        </a:rPr>
                        <a:t>Containerized Docker &amp; FastAPI REST Microservice (&lt;5ms inference latency)</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69" name="Google Shape;269;p35"/>
          <p:cNvSpPr txBox="1"/>
          <p:nvPr/>
        </p:nvSpPr>
        <p:spPr>
          <a:xfrm>
            <a:off x="720000" y="1131325"/>
            <a:ext cx="7704000" cy="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You can delete this slide when you’re done editing the presentation</a:t>
            </a:r>
            <a:endParaRPr sz="1200">
              <a:solidFill>
                <a:schemeClr val="dk1"/>
              </a:solidFill>
              <a:latin typeface="Albert Sans"/>
              <a:ea typeface="Albert Sans"/>
              <a:cs typeface="Albert Sans"/>
              <a:sym typeface="Albert Sans"/>
            </a:endParaRPr>
          </a:p>
        </p:txBody>
      </p:sp>
      <p:sp>
        <p:nvSpPr>
          <p:cNvPr id="270" name="Google Shape;270;p35"/>
          <p:cNvSpPr txBox="1"/>
          <p:nvPr/>
        </p:nvSpPr>
        <p:spPr>
          <a:xfrm>
            <a:off x="720007" y="4133675"/>
            <a:ext cx="26433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Albert Sans"/>
                <a:ea typeface="Albert Sans"/>
                <a:cs typeface="Albert Sans"/>
                <a:sym typeface="Albert Sans"/>
              </a:rPr>
              <a:t>For more info:</a:t>
            </a:r>
            <a:br>
              <a:rPr b="1" lang="en" sz="1000">
                <a:solidFill>
                  <a:schemeClr val="dk1"/>
                </a:solidFill>
                <a:latin typeface="Albert Sans"/>
                <a:ea typeface="Albert Sans"/>
                <a:cs typeface="Albert Sans"/>
                <a:sym typeface="Albert Sans"/>
              </a:rPr>
            </a:br>
            <a:r>
              <a:rPr b="1" lang="en" sz="1000" u="sng">
                <a:solidFill>
                  <a:schemeClr val="dk1"/>
                </a:solidFill>
                <a:latin typeface="Albert Sans"/>
                <a:ea typeface="Albert Sans"/>
                <a:cs typeface="Albert Sans"/>
                <a:sym typeface="Albert Sans"/>
                <a:hlinkClick r:id="rId12">
                  <a:extLst>
                    <a:ext uri="{A12FA001-AC4F-418D-AE19-62706E023703}">
                      <ahyp:hlinkClr val="tx"/>
                    </a:ext>
                  </a:extLst>
                </a:hlinkClick>
              </a:rPr>
              <a:t>SLIDESGO</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3">
                  <a:extLst>
                    <a:ext uri="{A12FA001-AC4F-418D-AE19-62706E023703}">
                      <ahyp:hlinkClr val="tx"/>
                    </a:ext>
                  </a:extLst>
                </a:hlinkClick>
              </a:rPr>
              <a:t>BLOG</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4">
                  <a:extLst>
                    <a:ext uri="{A12FA001-AC4F-418D-AE19-62706E023703}">
                      <ahyp:hlinkClr val="tx"/>
                    </a:ext>
                  </a:extLst>
                </a:hlinkClick>
              </a:rPr>
              <a:t>FAQs</a:t>
            </a:r>
            <a:endParaRPr b="1" sz="1000" u="sng">
              <a:solidFill>
                <a:schemeClr val="dk1"/>
              </a:solidFill>
              <a:latin typeface="Albert Sans"/>
              <a:ea typeface="Albert Sans"/>
              <a:cs typeface="Albert Sans"/>
              <a:sym typeface="Albert Sans"/>
            </a:endParaRPr>
          </a:p>
        </p:txBody>
      </p:sp>
      <p:sp>
        <p:nvSpPr>
          <p:cNvPr id="271" name="Google Shape;271;p35"/>
          <p:cNvSpPr txBox="1"/>
          <p:nvPr/>
        </p:nvSpPr>
        <p:spPr>
          <a:xfrm>
            <a:off x="4493871" y="4133675"/>
            <a:ext cx="39300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Albert Sans"/>
                <a:ea typeface="Albert Sans"/>
                <a:cs typeface="Albert Sans"/>
                <a:sym typeface="Albert Sans"/>
              </a:rPr>
              <a:t>You can visit our sister </a:t>
            </a:r>
            <a:r>
              <a:rPr lang="en" sz="1000">
                <a:solidFill>
                  <a:schemeClr val="dk1"/>
                </a:solidFill>
                <a:latin typeface="Albert Sans"/>
                <a:ea typeface="Albert Sans"/>
                <a:cs typeface="Albert Sans"/>
                <a:sym typeface="Albert Sans"/>
              </a:rPr>
              <a:t>projects</a:t>
            </a:r>
            <a:r>
              <a:rPr lang="en" sz="1000">
                <a:solidFill>
                  <a:schemeClr val="dk1"/>
                </a:solidFill>
                <a:latin typeface="Albert Sans"/>
                <a:ea typeface="Albert Sans"/>
                <a:cs typeface="Albert Sans"/>
                <a:sym typeface="Albert Sans"/>
              </a:rPr>
              <a:t>:</a:t>
            </a:r>
            <a:br>
              <a:rPr b="1" lang="en" sz="1000">
                <a:solidFill>
                  <a:schemeClr val="dk1"/>
                </a:solidFill>
                <a:latin typeface="Albert Sans"/>
                <a:ea typeface="Albert Sans"/>
                <a:cs typeface="Albert Sans"/>
                <a:sym typeface="Albert Sans"/>
              </a:rPr>
            </a:br>
            <a:r>
              <a:rPr b="1" lang="en" sz="1000" u="sng">
                <a:solidFill>
                  <a:schemeClr val="dk1"/>
                </a:solidFill>
                <a:latin typeface="Albert Sans"/>
                <a:ea typeface="Albert Sans"/>
                <a:cs typeface="Albert Sans"/>
                <a:sym typeface="Albert Sans"/>
                <a:hlinkClick r:id="rId15">
                  <a:extLst>
                    <a:ext uri="{A12FA001-AC4F-418D-AE19-62706E023703}">
                      <ahyp:hlinkClr val="tx"/>
                    </a:ext>
                  </a:extLst>
                </a:hlinkClick>
              </a:rPr>
              <a:t>FREEPIK</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6">
                  <a:extLst>
                    <a:ext uri="{A12FA001-AC4F-418D-AE19-62706E023703}">
                      <ahyp:hlinkClr val="tx"/>
                    </a:ext>
                  </a:extLst>
                </a:hlinkClick>
              </a:rPr>
              <a:t>FLATICON</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7">
                  <a:extLst>
                    <a:ext uri="{A12FA001-AC4F-418D-AE19-62706E023703}">
                      <ahyp:hlinkClr val="tx"/>
                    </a:ext>
                  </a:extLst>
                </a:hlinkClick>
              </a:rPr>
              <a:t>STORYSET</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8">
                  <a:extLst>
                    <a:ext uri="{A12FA001-AC4F-418D-AE19-62706E023703}">
                      <ahyp:hlinkClr val="tx"/>
                    </a:ext>
                  </a:extLst>
                </a:hlinkClick>
              </a:rPr>
              <a:t>WEPIK</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9">
                  <a:extLst>
                    <a:ext uri="{A12FA001-AC4F-418D-AE19-62706E023703}">
                      <ahyp:hlinkClr val="tx"/>
                    </a:ext>
                  </a:extLst>
                </a:hlinkClick>
              </a:rPr>
              <a:t>VIDEVO</a:t>
            </a:r>
            <a:endParaRPr b="1" sz="1000">
              <a:solidFill>
                <a:schemeClr val="dk1"/>
              </a:solidFill>
              <a:latin typeface="Albert Sans"/>
              <a:ea typeface="Albert Sans"/>
              <a:cs typeface="Albert Sans"/>
              <a:sym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400" b="1">
                <a:latin typeface="Poppins"/>
              </a:rPr>
              <a:t>Table of Contents</a:t>
            </a:r>
            <a:endParaRPr/>
          </a:p>
        </p:txBody>
      </p:sp>
      <p:sp>
        <p:nvSpPr>
          <p:cNvPr id="277" name="Google Shape;277;p36"/>
          <p:cNvSpPr txBox="1"/>
          <p:nvPr>
            <p:ph idx="3" type="subTitle"/>
          </p:nvPr>
        </p:nvSpPr>
        <p:spPr>
          <a:xfrm>
            <a:off x="5757737" y="2793753"/>
            <a:ext cx="250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Air quality crisis &amp; optical sensor physical degradation</a:t>
            </a:r>
            <a:endParaRPr sz="1600">
              <a:solidFill>
                <a:srgbClr val="666666"/>
              </a:solidFill>
            </a:endParaRPr>
          </a:p>
        </p:txBody>
      </p:sp>
      <p:sp>
        <p:nvSpPr>
          <p:cNvPr id="278" name="Google Shape;278;p36"/>
          <p:cNvSpPr txBox="1"/>
          <p:nvPr>
            <p:ph idx="1" type="subTitle"/>
          </p:nvPr>
        </p:nvSpPr>
        <p:spPr>
          <a:xfrm>
            <a:off x="1777663" y="1761675"/>
            <a:ext cx="250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OPC working principles, Köhler theory &amp; ML research gaps</a:t>
            </a:r>
            <a:endParaRPr/>
          </a:p>
        </p:txBody>
      </p:sp>
      <p:sp>
        <p:nvSpPr>
          <p:cNvPr id="279" name="Google Shape;279;p36"/>
          <p:cNvSpPr txBox="1"/>
          <p:nvPr>
            <p:ph idx="2" type="subTitle"/>
          </p:nvPr>
        </p:nvSpPr>
        <p:spPr>
          <a:xfrm>
            <a:off x="5757738" y="1761675"/>
            <a:ext cx="250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Afri-SET co-location, 75-D features &amp; SPIME v4 stacking</a:t>
            </a:r>
            <a:endParaRPr/>
          </a:p>
        </p:txBody>
      </p:sp>
      <p:sp>
        <p:nvSpPr>
          <p:cNvPr id="280" name="Google Shape;280;p36"/>
          <p:cNvSpPr txBox="1"/>
          <p:nvPr>
            <p:ph idx="4" type="subTitle"/>
          </p:nvPr>
        </p:nvSpPr>
        <p:spPr>
          <a:xfrm>
            <a:off x="1777663" y="2793759"/>
            <a:ext cx="250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Four specific measurable research and deployment goals</a:t>
            </a:r>
            <a:endParaRPr/>
          </a:p>
        </p:txBody>
      </p:sp>
      <p:sp>
        <p:nvSpPr>
          <p:cNvPr id="281" name="Google Shape;281;p36"/>
          <p:cNvSpPr txBox="1"/>
          <p:nvPr>
            <p:ph idx="5" type="title"/>
          </p:nvPr>
        </p:nvSpPr>
        <p:spPr>
          <a:xfrm>
            <a:off x="876463" y="1480275"/>
            <a:ext cx="901200" cy="61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82" name="Google Shape;282;p36"/>
          <p:cNvSpPr txBox="1"/>
          <p:nvPr>
            <p:ph idx="6" type="title"/>
          </p:nvPr>
        </p:nvSpPr>
        <p:spPr>
          <a:xfrm>
            <a:off x="4856538" y="2512350"/>
            <a:ext cx="901200" cy="61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283" name="Google Shape;283;p36"/>
          <p:cNvSpPr txBox="1"/>
          <p:nvPr>
            <p:ph idx="7" type="title"/>
          </p:nvPr>
        </p:nvSpPr>
        <p:spPr>
          <a:xfrm>
            <a:off x="4856538" y="1480275"/>
            <a:ext cx="901200" cy="61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84" name="Google Shape;284;p36"/>
          <p:cNvSpPr txBox="1"/>
          <p:nvPr>
            <p:ph idx="8" type="title"/>
          </p:nvPr>
        </p:nvSpPr>
        <p:spPr>
          <a:xfrm>
            <a:off x="876463" y="2512350"/>
            <a:ext cx="901200" cy="61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sz="950">
                <a:latin typeface="Albert Sans"/>
              </a:rPr>
              <a:t>OPC working principles, Köhler theory &amp; ML research gaps</a:t>
            </a:r>
            <a:endParaRPr/>
          </a:p>
        </p:txBody>
      </p:sp>
      <p:sp>
        <p:nvSpPr>
          <p:cNvPr id="285" name="Google Shape;285;p36"/>
          <p:cNvSpPr txBox="1"/>
          <p:nvPr>
            <p:ph idx="9" type="subTitle"/>
          </p:nvPr>
        </p:nvSpPr>
        <p:spPr>
          <a:xfrm>
            <a:off x="5757737" y="3825828"/>
            <a:ext cx="250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Holdout validation, zero overfit gap &amp; seasonal regimes</a:t>
            </a:r>
            <a:endParaRPr/>
          </a:p>
        </p:txBody>
      </p:sp>
      <p:sp>
        <p:nvSpPr>
          <p:cNvPr id="286" name="Google Shape;286;p36"/>
          <p:cNvSpPr txBox="1"/>
          <p:nvPr>
            <p:ph idx="13" type="subTitle"/>
          </p:nvPr>
        </p:nvSpPr>
        <p:spPr>
          <a:xfrm>
            <a:off x="1777663" y="3825825"/>
            <a:ext cx="250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Contributions, limitations, cloud deployment &amp; future work</a:t>
            </a:r>
            <a:endParaRPr/>
          </a:p>
        </p:txBody>
      </p:sp>
      <p:sp>
        <p:nvSpPr>
          <p:cNvPr id="287" name="Google Shape;287;p36"/>
          <p:cNvSpPr txBox="1"/>
          <p:nvPr>
            <p:ph idx="14" type="title"/>
          </p:nvPr>
        </p:nvSpPr>
        <p:spPr>
          <a:xfrm>
            <a:off x="4856538" y="3544425"/>
            <a:ext cx="901200" cy="61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288" name="Google Shape;288;p36"/>
          <p:cNvSpPr txBox="1"/>
          <p:nvPr>
            <p:ph idx="15" type="title"/>
          </p:nvPr>
        </p:nvSpPr>
        <p:spPr>
          <a:xfrm>
            <a:off x="876463" y="3544425"/>
            <a:ext cx="901200" cy="61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89" name="Google Shape;289;p36"/>
          <p:cNvSpPr txBox="1"/>
          <p:nvPr>
            <p:ph idx="16" type="subTitle"/>
          </p:nvPr>
        </p:nvSpPr>
        <p:spPr>
          <a:xfrm>
            <a:off x="1777662" y="1480275"/>
            <a:ext cx="2509800" cy="38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Problem Statement</a:t>
            </a:r>
            <a:endParaRPr/>
          </a:p>
        </p:txBody>
      </p:sp>
      <p:sp>
        <p:nvSpPr>
          <p:cNvPr id="290" name="Google Shape;290;p36"/>
          <p:cNvSpPr txBox="1"/>
          <p:nvPr>
            <p:ph idx="17" type="subTitle"/>
          </p:nvPr>
        </p:nvSpPr>
        <p:spPr>
          <a:xfrm>
            <a:off x="5757738" y="1480275"/>
            <a:ext cx="2509800" cy="38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Methodology</a:t>
            </a:r>
            <a:endParaRPr/>
          </a:p>
        </p:txBody>
      </p:sp>
      <p:sp>
        <p:nvSpPr>
          <p:cNvPr id="291" name="Google Shape;291;p36"/>
          <p:cNvSpPr txBox="1"/>
          <p:nvPr>
            <p:ph idx="18" type="subTitle"/>
          </p:nvPr>
        </p:nvSpPr>
        <p:spPr>
          <a:xfrm>
            <a:off x="5757737" y="2512350"/>
            <a:ext cx="2509800" cy="38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Results &amp; Discussion</a:t>
            </a:r>
            <a:endParaRPr/>
          </a:p>
        </p:txBody>
      </p:sp>
      <p:sp>
        <p:nvSpPr>
          <p:cNvPr id="292" name="Google Shape;292;p36"/>
          <p:cNvSpPr txBox="1"/>
          <p:nvPr>
            <p:ph idx="19" type="subTitle"/>
          </p:nvPr>
        </p:nvSpPr>
        <p:spPr>
          <a:xfrm>
            <a:off x="1777662" y="2512338"/>
            <a:ext cx="2509800" cy="38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Literature Review</a:t>
            </a:r>
            <a:endParaRPr/>
          </a:p>
        </p:txBody>
      </p:sp>
      <p:sp>
        <p:nvSpPr>
          <p:cNvPr id="293" name="Google Shape;293;p36"/>
          <p:cNvSpPr txBox="1"/>
          <p:nvPr>
            <p:ph idx="20" type="subTitle"/>
          </p:nvPr>
        </p:nvSpPr>
        <p:spPr>
          <a:xfrm>
            <a:off x="5757737" y="3544425"/>
            <a:ext cx="2509800" cy="38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Conclusions &amp; Impact</a:t>
            </a:r>
            <a:endParaRPr/>
          </a:p>
        </p:txBody>
      </p:sp>
      <p:sp>
        <p:nvSpPr>
          <p:cNvPr id="294" name="Google Shape;294;p36"/>
          <p:cNvSpPr txBox="1"/>
          <p:nvPr>
            <p:ph idx="21" type="subTitle"/>
          </p:nvPr>
        </p:nvSpPr>
        <p:spPr>
          <a:xfrm>
            <a:off x="1777662" y="3544425"/>
            <a:ext cx="2509800" cy="38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Study Objectives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7"/>
          <p:cNvSpPr txBox="1"/>
          <p:nvPr>
            <p:ph type="title"/>
          </p:nvPr>
        </p:nvSpPr>
        <p:spPr>
          <a:xfrm>
            <a:off x="713225" y="2271750"/>
            <a:ext cx="33183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2600" b="1">
                <a:latin typeface="Poppins"/>
              </a:rPr>
              <a:t>Problem Statement</a:t>
            </a:r>
            <a:endParaRPr/>
          </a:p>
        </p:txBody>
      </p:sp>
      <p:sp>
        <p:nvSpPr>
          <p:cNvPr id="300" name="Google Shape;300;p37"/>
          <p:cNvSpPr txBox="1"/>
          <p:nvPr>
            <p:ph idx="1" type="subTitle"/>
          </p:nvPr>
        </p:nvSpPr>
        <p:spPr>
          <a:xfrm>
            <a:off x="713225" y="3356325"/>
            <a:ext cx="3318300" cy="71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300">
                <a:latin typeface="Albert Sans"/>
              </a:rPr>
              <a:t>Air Quality Crisis, Sensor Physical Failures &amp; Machine Learning Gaps</a:t>
            </a:r>
            <a:endParaRPr/>
          </a:p>
        </p:txBody>
      </p:sp>
      <p:sp>
        <p:nvSpPr>
          <p:cNvPr id="301" name="Google Shape;301;p37"/>
          <p:cNvSpPr txBox="1"/>
          <p:nvPr>
            <p:ph idx="2" type="title"/>
          </p:nvPr>
        </p:nvSpPr>
        <p:spPr>
          <a:xfrm>
            <a:off x="713225" y="1267988"/>
            <a:ext cx="13242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sz="3200" b="1">
                <a:latin typeface="Poppins"/>
              </a:rPr>
              <a:t>01</a:t>
            </a:r>
            <a:endParaRPr/>
          </a:p>
        </p:txBody>
      </p:sp>
      <p:grpSp>
        <p:nvGrpSpPr>
          <p:cNvPr id="302" name="Google Shape;302;p37"/>
          <p:cNvGrpSpPr/>
          <p:nvPr/>
        </p:nvGrpSpPr>
        <p:grpSpPr>
          <a:xfrm>
            <a:off x="6234375" y="1268000"/>
            <a:ext cx="2678900" cy="6297300"/>
            <a:chOff x="6234375" y="1268000"/>
            <a:chExt cx="2678900" cy="6297300"/>
          </a:xfrm>
        </p:grpSpPr>
        <p:sp>
          <p:nvSpPr>
            <p:cNvPr id="303" name="Google Shape;303;p37"/>
            <p:cNvSpPr/>
            <p:nvPr/>
          </p:nvSpPr>
          <p:spPr>
            <a:xfrm>
              <a:off x="7286675" y="1268000"/>
              <a:ext cx="1626600" cy="6297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04" name="Google Shape;304;p37"/>
            <p:cNvSpPr/>
            <p:nvPr/>
          </p:nvSpPr>
          <p:spPr>
            <a:xfrm>
              <a:off x="6234375" y="2822294"/>
              <a:ext cx="1483500" cy="43650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05" name="Google Shape;305;p37"/>
            <p:cNvSpPr/>
            <p:nvPr/>
          </p:nvSpPr>
          <p:spPr>
            <a:xfrm>
              <a:off x="6766725" y="2109800"/>
              <a:ext cx="418800" cy="418800"/>
            </a:xfrm>
            <a:prstGeom prst="ellipse">
              <a:avLst/>
            </a:prstGeom>
            <a:solidFill>
              <a:srgbClr val="F2557A">
                <a:alpha val="762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200" b="1">
                <a:latin typeface="Poppins"/>
              </a:rPr>
              <a:t>Problem Context &amp; Research Motivation</a:t>
            </a:r>
            <a:endParaRPr/>
          </a:p>
        </p:txBody>
      </p:sp>
      <p:sp>
        <p:nvSpPr>
          <p:cNvPr id="311" name="Google Shape;311;p38"/>
          <p:cNvSpPr txBox="1"/>
          <p:nvPr>
            <p:ph idx="1" type="subTitle"/>
          </p:nvPr>
        </p:nvSpPr>
        <p:spPr>
          <a:xfrm>
            <a:off x="716625" y="2255698"/>
            <a:ext cx="2439000" cy="187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050">
                <a:latin typeface="Albert Sans"/>
              </a:rPr>
              <a:t>Sub-Saharan Africa has less than 1 regulatory air quality monitor per 10 million people. Prohibitive capital costs ($30,000–$50,000) for US EPA reference stations leave vast urban populations without air pollution surveillance.</a:t>
            </a:r>
            <a:endParaRPr/>
          </a:p>
        </p:txBody>
      </p:sp>
      <p:sp>
        <p:nvSpPr>
          <p:cNvPr id="312" name="Google Shape;312;p38"/>
          <p:cNvSpPr txBox="1"/>
          <p:nvPr>
            <p:ph idx="2" type="subTitle"/>
          </p:nvPr>
        </p:nvSpPr>
        <p:spPr>
          <a:xfrm>
            <a:off x="3352500" y="2255698"/>
            <a:ext cx="2439000" cy="187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050">
                <a:latin typeface="Albert Sans"/>
              </a:rPr>
              <a:t>Low-cost optical particle counters over-report PM2.5 by 200%–500% under tropical humidity (&gt;80% RH) due to hygroscopic aerosol swelling, and suffer optical saturation during Saharan Harmattan dust events.</a:t>
            </a:r>
            <a:endParaRPr/>
          </a:p>
        </p:txBody>
      </p:sp>
      <p:sp>
        <p:nvSpPr>
          <p:cNvPr id="313" name="Google Shape;313;p38"/>
          <p:cNvSpPr txBox="1"/>
          <p:nvPr>
            <p:ph idx="3" type="subTitle"/>
          </p:nvPr>
        </p:nvSpPr>
        <p:spPr>
          <a:xfrm>
            <a:off x="5988375" y="2255698"/>
            <a:ext cx="2439000" cy="187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050">
                <a:latin typeface="Albert Sans"/>
              </a:rPr>
              <a:t>To develop, evaluate, and deploy a physics-informed stacking meta-ensemble (SPIME v4) that corrects raw QuantAQ Modulair-PM measurements to achieve regulatory-grade PM2.5 accuracy against a co-located US EPA FEM reference monitor in Accra, Ghana.</a:t>
            </a:r>
            <a:endParaRPr/>
          </a:p>
        </p:txBody>
      </p:sp>
      <p:sp>
        <p:nvSpPr>
          <p:cNvPr id="314" name="Google Shape;314;p38"/>
          <p:cNvSpPr txBox="1"/>
          <p:nvPr>
            <p:ph idx="4" type="subTitle"/>
          </p:nvPr>
        </p:nvSpPr>
        <p:spPr>
          <a:xfrm>
            <a:off x="716625" y="1480225"/>
            <a:ext cx="2439000" cy="86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400" b="1">
                <a:latin typeface="Poppins"/>
              </a:rPr>
              <a:t>Monitoring Void in SSA</a:t>
            </a:r>
            <a:endParaRPr/>
          </a:p>
        </p:txBody>
      </p:sp>
      <p:sp>
        <p:nvSpPr>
          <p:cNvPr id="315" name="Google Shape;315;p38"/>
          <p:cNvSpPr txBox="1"/>
          <p:nvPr>
            <p:ph idx="5" type="subTitle"/>
          </p:nvPr>
        </p:nvSpPr>
        <p:spPr>
          <a:xfrm>
            <a:off x="3352500" y="1480225"/>
            <a:ext cx="2439000" cy="86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400" b="1">
                <a:latin typeface="Poppins"/>
              </a:rPr>
              <a:t>Physical Sensor Degradation</a:t>
            </a:r>
            <a:endParaRPr/>
          </a:p>
        </p:txBody>
      </p:sp>
      <p:sp>
        <p:nvSpPr>
          <p:cNvPr id="316" name="Google Shape;316;p38"/>
          <p:cNvSpPr txBox="1"/>
          <p:nvPr>
            <p:ph idx="6" type="subTitle"/>
          </p:nvPr>
        </p:nvSpPr>
        <p:spPr>
          <a:xfrm>
            <a:off x="5988375" y="1480225"/>
            <a:ext cx="2439000" cy="86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400" b="1">
                <a:latin typeface="Poppins"/>
              </a:rPr>
              <a:t>Primary Research Aim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0" name="Shape 320"/>
        <p:cNvGrpSpPr/>
        <p:nvPr/>
      </p:nvGrpSpPr>
      <p:grpSpPr>
        <a:xfrm>
          <a:off x="0" y="0"/>
          <a:ext cx="0" cy="0"/>
          <a:chOff x="0" y="0"/>
          <a:chExt cx="0" cy="0"/>
        </a:xfrm>
      </p:grpSpPr>
      <p:sp>
        <p:nvSpPr>
          <p:cNvPr id="321" name="Google Shape;321;p39"/>
          <p:cNvSpPr txBox="1"/>
          <p:nvPr>
            <p:ph idx="1" type="subTitle"/>
          </p:nvPr>
        </p:nvSpPr>
        <p:spPr>
          <a:xfrm>
            <a:off x="2312275" y="1078725"/>
            <a:ext cx="5853600" cy="23436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sz="1600" b="1">
                <a:latin typeface="Poppins"/>
              </a:rPr>
              <a:t>“Low-cost sensors democratize environmental surveillance, but without localized physics-informed calibration, raw measurements are statistically invalid for regulatory compliance and public health protection.”</a:t>
            </a:r>
            <a:endParaRPr/>
          </a:p>
        </p:txBody>
      </p:sp>
      <p:sp>
        <p:nvSpPr>
          <p:cNvPr id="322" name="Google Shape;322;p39"/>
          <p:cNvSpPr txBox="1"/>
          <p:nvPr>
            <p:ph type="title"/>
          </p:nvPr>
        </p:nvSpPr>
        <p:spPr>
          <a:xfrm>
            <a:off x="2312325" y="3532875"/>
            <a:ext cx="5853600" cy="531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sz="1100" b="0">
                <a:latin typeface="Albert Sans"/>
              </a:rPr>
              <a:t>— Research Motivation &amp; Rationale (Afri-SET Co-location Study, 2024–2025)</a:t>
            </a:r>
            <a:endParaRPr/>
          </a:p>
        </p:txBody>
      </p:sp>
      <p:sp>
        <p:nvSpPr>
          <p:cNvPr id="323" name="Google Shape;323;p39"/>
          <p:cNvSpPr/>
          <p:nvPr/>
        </p:nvSpPr>
        <p:spPr>
          <a:xfrm rot="5400000">
            <a:off x="8989862" y="2884570"/>
            <a:ext cx="677400" cy="1828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1906200" y="1777975"/>
            <a:ext cx="5331600" cy="103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4000" b="1">
                <a:latin typeface="Poppins"/>
              </a:rPr>
              <a:t>R² = 0.9632</a:t>
            </a:r>
            <a:endParaRPr/>
          </a:p>
        </p:txBody>
      </p:sp>
      <p:sp>
        <p:nvSpPr>
          <p:cNvPr id="329" name="Google Shape;329;p40"/>
          <p:cNvSpPr txBox="1"/>
          <p:nvPr>
            <p:ph idx="1" type="subTitle"/>
          </p:nvPr>
        </p:nvSpPr>
        <p:spPr>
          <a:xfrm>
            <a:off x="1906200" y="3168125"/>
            <a:ext cx="5331600" cy="49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200">
                <a:latin typeface="Albert Sans"/>
              </a:rPr>
              <a:t>Reference-grade calibration accuracy achieved by SPIME v4 across 3,468 hourly records on the unseen 6-month holdout dataset, reducing error by 66.3% (MAE = 0.61 µg/m³) with zero overfitting.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1"/>
          <p:cNvSpPr txBox="1"/>
          <p:nvPr>
            <p:ph idx="1" type="subTitle"/>
          </p:nvPr>
        </p:nvSpPr>
        <p:spPr>
          <a:xfrm>
            <a:off x="713225" y="1211869"/>
            <a:ext cx="41172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300" b="1">
                <a:latin typeface="Poppins"/>
              </a:rPr>
              <a:t>Holdout R² Accuracy</a:t>
            </a:r>
            <a:endParaRPr/>
          </a:p>
        </p:txBody>
      </p:sp>
      <p:sp>
        <p:nvSpPr>
          <p:cNvPr id="335" name="Google Shape;335;p41"/>
          <p:cNvSpPr txBox="1"/>
          <p:nvPr>
            <p:ph type="title"/>
          </p:nvPr>
        </p:nvSpPr>
        <p:spPr>
          <a:xfrm>
            <a:off x="713225" y="628300"/>
            <a:ext cx="4117200" cy="76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2400" b="1">
                <a:latin typeface="Poppins"/>
              </a:rPr>
              <a:t>0.9632</a:t>
            </a:r>
            <a:endParaRPr/>
          </a:p>
        </p:txBody>
      </p:sp>
      <p:sp>
        <p:nvSpPr>
          <p:cNvPr id="336" name="Google Shape;336;p41"/>
          <p:cNvSpPr txBox="1"/>
          <p:nvPr>
            <p:ph idx="2" type="title"/>
          </p:nvPr>
        </p:nvSpPr>
        <p:spPr>
          <a:xfrm>
            <a:off x="713225" y="1980564"/>
            <a:ext cx="4117200" cy="76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2400" b="1">
                <a:latin typeface="Poppins"/>
              </a:rPr>
              <a:t>0.61 µg/m³</a:t>
            </a:r>
            <a:endParaRPr/>
          </a:p>
        </p:txBody>
      </p:sp>
      <p:sp>
        <p:nvSpPr>
          <p:cNvPr id="337" name="Google Shape;337;p41"/>
          <p:cNvSpPr txBox="1"/>
          <p:nvPr>
            <p:ph idx="3" type="subTitle"/>
          </p:nvPr>
        </p:nvSpPr>
        <p:spPr>
          <a:xfrm>
            <a:off x="713225" y="2564133"/>
            <a:ext cx="41172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300" b="1">
                <a:latin typeface="Poppins"/>
              </a:rPr>
              <a:t>Mean Absolute Error (MAE)</a:t>
            </a:r>
            <a:endParaRPr/>
          </a:p>
        </p:txBody>
      </p:sp>
      <p:sp>
        <p:nvSpPr>
          <p:cNvPr id="338" name="Google Shape;338;p41"/>
          <p:cNvSpPr txBox="1"/>
          <p:nvPr>
            <p:ph idx="4" type="title"/>
          </p:nvPr>
        </p:nvSpPr>
        <p:spPr>
          <a:xfrm>
            <a:off x="713225" y="3332828"/>
            <a:ext cx="4117200" cy="76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2400" b="1">
                <a:latin typeface="Poppins"/>
              </a:rPr>
              <a:t>-0.0002</a:t>
            </a:r>
            <a:endParaRPr/>
          </a:p>
        </p:txBody>
      </p:sp>
      <p:sp>
        <p:nvSpPr>
          <p:cNvPr id="339" name="Google Shape;339;p41"/>
          <p:cNvSpPr txBox="1"/>
          <p:nvPr>
            <p:ph idx="5" type="subTitle"/>
          </p:nvPr>
        </p:nvSpPr>
        <p:spPr>
          <a:xfrm>
            <a:off x="713225" y="3916397"/>
            <a:ext cx="41172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300" b="1">
                <a:latin typeface="Poppins"/>
              </a:rPr>
              <a:t>Generalization Overfit Gap</a:t>
            </a:r>
            <a:endParaRPr/>
          </a:p>
        </p:txBody>
      </p:sp>
      <p:grpSp>
        <p:nvGrpSpPr>
          <p:cNvPr id="340" name="Google Shape;340;p41"/>
          <p:cNvGrpSpPr/>
          <p:nvPr/>
        </p:nvGrpSpPr>
        <p:grpSpPr>
          <a:xfrm flipH="1" rot="10800000">
            <a:off x="5696075" y="-2964475"/>
            <a:ext cx="2907625" cy="8586975"/>
            <a:chOff x="6005650" y="-1385000"/>
            <a:chExt cx="2907625" cy="8586975"/>
          </a:xfrm>
        </p:grpSpPr>
        <p:sp>
          <p:nvSpPr>
            <p:cNvPr id="341" name="Google Shape;341;p41"/>
            <p:cNvSpPr/>
            <p:nvPr/>
          </p:nvSpPr>
          <p:spPr>
            <a:xfrm>
              <a:off x="7286675" y="904675"/>
              <a:ext cx="1626600" cy="62973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42" name="Google Shape;342;p41"/>
            <p:cNvSpPr/>
            <p:nvPr/>
          </p:nvSpPr>
          <p:spPr>
            <a:xfrm>
              <a:off x="6234375" y="2458969"/>
              <a:ext cx="1483500" cy="4365000"/>
            </a:xfrm>
            <a:prstGeom prst="roundRect">
              <a:avLst>
                <a:gd fmla="val 50000" name="adj"/>
              </a:avLst>
            </a:prstGeom>
            <a:solidFill>
              <a:srgbClr val="F6F6F6">
                <a:alpha val="2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43" name="Google Shape;343;p41"/>
            <p:cNvSpPr/>
            <p:nvPr/>
          </p:nvSpPr>
          <p:spPr>
            <a:xfrm>
              <a:off x="6005650" y="-1385000"/>
              <a:ext cx="1107300" cy="1107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2"/>
          <p:cNvSpPr/>
          <p:nvPr/>
        </p:nvSpPr>
        <p:spPr>
          <a:xfrm flipH="1" rot="10800000">
            <a:off x="5099200" y="-1704575"/>
            <a:ext cx="3257700" cy="6528600"/>
          </a:xfrm>
          <a:prstGeom prst="roundRect">
            <a:avLst>
              <a:gd fmla="val 50000" name="adj"/>
            </a:avLst>
          </a:prstGeom>
          <a:solidFill>
            <a:srgbClr val="005E91">
              <a:alpha val="73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350" name="Google Shape;350;p42"/>
          <p:cNvSpPr txBox="1"/>
          <p:nvPr>
            <p:ph type="title"/>
          </p:nvPr>
        </p:nvSpPr>
        <p:spPr>
          <a:xfrm>
            <a:off x="720000" y="1276938"/>
            <a:ext cx="3708000" cy="147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800" b="1">
                <a:latin typeface="Poppins"/>
              </a:rPr>
              <a:t>Experimental Platform:</a:t>
            </a:r>
            <a:endParaRPr/>
          </a:p>
          <a:p>
            <a:pPr indent="0" lvl="0" marL="0" rtl="0" algn="l">
              <a:spcBef>
                <a:spcPts val="0"/>
              </a:spcBef>
              <a:spcAft>
                <a:spcPts val="0"/>
              </a:spcAft>
              <a:buNone/>
            </a:pPr>
            <a:r>
              <a:rPr sz="1800" b="1">
                <a:latin typeface="Poppins"/>
              </a:rPr>
              <a:t>Afri-SET Facility</a:t>
            </a:r>
            <a:endParaRPr/>
          </a:p>
        </p:txBody>
      </p:sp>
      <p:sp>
        <p:nvSpPr>
          <p:cNvPr id="351" name="Google Shape;351;p42"/>
          <p:cNvSpPr txBox="1"/>
          <p:nvPr>
            <p:ph idx="1" type="subTitle"/>
          </p:nvPr>
        </p:nvSpPr>
        <p:spPr>
          <a:xfrm>
            <a:off x="720000" y="2750263"/>
            <a:ext cx="3708000" cy="111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050">
                <a:latin typeface="Albert Sans"/>
              </a:rPr>
              <a:t>Continuous co-location at the African Sensor Evaluation and Training Facility (Afri-SET), Department of Physics, University of Ghana, Legon (5.651° N, -0.186° W).</a:t>
            </a:r>
            <a:endParaRPr/>
          </a:p>
          <a:p/>
          <a:p>
            <a:r>
              <a:rPr sz="1050">
                <a:latin typeface="Albert Sans"/>
              </a:rPr>
              <a:t>Target: QuantAQ Modulair-PM (Alphasense OPC-N3)</a:t>
            </a:r>
          </a:p>
          <a:p>
            <a:r>
              <a:rPr sz="1050">
                <a:latin typeface="Albert Sans"/>
              </a:rPr>
              <a:t>Reference Standard: Teledyne API T640 (US EPA FEM EQPM-0514-217)</a:t>
            </a:r>
          </a:p>
          <a:p>
            <a:r>
              <a:rPr sz="1050">
                <a:latin typeface="Albert Sans"/>
              </a:rPr>
              <a:t>Dataset: Multi-season hourly synchronized telemetry (2024–2025).</a:t>
            </a:r>
          </a:p>
        </p:txBody>
      </p:sp>
      <p:pic>
        <p:nvPicPr>
          <p:cNvPr id="352" name="Picture 351" descr="fig_3_2_calibration_pipeline.png"/>
          <p:cNvPicPr>
            <a:picLocks noChangeAspect="1"/>
          </p:cNvPicPr>
          <p:nvPr/>
        </p:nvPicPr>
        <p:blipFill>
          <a:blip r:embed="rId4"/>
          <a:stretch>
            <a:fillRect/>
          </a:stretch>
        </p:blipFill>
        <p:spPr>
          <a:xfrm>
            <a:off x="5273100" y="533863"/>
            <a:ext cx="2910000" cy="4075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7" name="Google Shape;357;p43"/>
          <p:cNvSpPr txBox="1"/>
          <p:nvPr>
            <p:ph type="title"/>
          </p:nvPr>
        </p:nvSpPr>
        <p:spPr>
          <a:xfrm>
            <a:off x="720000" y="3464675"/>
            <a:ext cx="4781100" cy="114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400" b="1">
                <a:latin typeface="Poppins"/>
              </a:rPr>
              <a:t>Figure 2.1: Optical Particle Counter (OPC) Mie Scattering &amp; Hygroscopic Droplet Growth Mechanics</a:t>
            </a:r>
            <a:endParaRPr/>
          </a:p>
        </p:txBody>
      </p:sp>
      <p:pic>
        <p:nvPicPr>
          <p:cNvPr id="358" name="Picture 357" descr="fig_2_1_opc_working_principle.png"/>
          <p:cNvPicPr>
            <a:picLocks noChangeAspect="1"/>
          </p:cNvPicPr>
          <p:nvPr/>
        </p:nvPicPr>
        <p:blipFill>
          <a:blip r:embed="rId4"/>
          <a:stretch>
            <a:fillRect/>
          </a:stretch>
        </p:blipFill>
        <p:spPr>
          <a:xfrm>
            <a:off x="0" y="0"/>
            <a:ext cx="9144003" cy="51434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4"/>
          <p:cNvSpPr txBox="1"/>
          <p:nvPr>
            <p:ph type="title"/>
          </p:nvPr>
        </p:nvSpPr>
        <p:spPr>
          <a:xfrm>
            <a:off x="1644450" y="1307100"/>
            <a:ext cx="58551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sz="2400" b="1">
                <a:latin typeface="Poppins"/>
              </a:rPr>
              <a:t>Literature Review &amp; Theoretical Framework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5"/>
          <p:cNvSpPr txBox="1"/>
          <p:nvPr>
            <p:ph type="title"/>
          </p:nvPr>
        </p:nvSpPr>
        <p:spPr>
          <a:xfrm>
            <a:off x="1721850" y="445025"/>
            <a:ext cx="5700300" cy="109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000" b="1">
                <a:latin typeface="Poppins"/>
              </a:rPr>
              <a:t>Current Situation &amp; Research Problem Gaps</a:t>
            </a:r>
            <a:endParaRPr/>
          </a:p>
        </p:txBody>
      </p:sp>
      <p:sp>
        <p:nvSpPr>
          <p:cNvPr id="368" name="Google Shape;368;p45"/>
          <p:cNvSpPr txBox="1"/>
          <p:nvPr/>
        </p:nvSpPr>
        <p:spPr>
          <a:xfrm>
            <a:off x="713250" y="2090275"/>
            <a:ext cx="7717500" cy="55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1050">
                <a:latin typeface="Albert Sans"/>
              </a:rPr>
              <a:t>Standard factory calibrations developed in temperate European/North American chambers fail completely under the high-humidity and heavy dust loadings of West Africa, exhibiting negative R² scores and systematic biases exceeding 100%.</a:t>
            </a:r>
            <a:endParaRPr sz="1200">
              <a:solidFill>
                <a:schemeClr val="dk1"/>
              </a:solidFill>
              <a:latin typeface="Albert Sans"/>
              <a:ea typeface="Albert Sans"/>
              <a:cs typeface="Albert Sans"/>
              <a:sym typeface="Albert Sans"/>
            </a:endParaRPr>
          </a:p>
        </p:txBody>
      </p:sp>
      <p:sp>
        <p:nvSpPr>
          <p:cNvPr id="369" name="Google Shape;369;p45"/>
          <p:cNvSpPr txBox="1"/>
          <p:nvPr/>
        </p:nvSpPr>
        <p:spPr>
          <a:xfrm>
            <a:off x="717385" y="3256963"/>
            <a:ext cx="2008800" cy="409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sz="1300" b="1">
                <a:latin typeface="Poppins"/>
              </a:rPr>
              <a:t>Factory Breakdown</a:t>
            </a:r>
            <a:endParaRPr b="1" sz="2000">
              <a:solidFill>
                <a:schemeClr val="dk1"/>
              </a:solidFill>
              <a:latin typeface="Poppins"/>
              <a:ea typeface="Poppins"/>
              <a:cs typeface="Poppins"/>
              <a:sym typeface="Poppins"/>
            </a:endParaRPr>
          </a:p>
        </p:txBody>
      </p:sp>
      <p:sp>
        <p:nvSpPr>
          <p:cNvPr id="370" name="Google Shape;370;p45"/>
          <p:cNvSpPr txBox="1"/>
          <p:nvPr/>
        </p:nvSpPr>
        <p:spPr>
          <a:xfrm>
            <a:off x="717350" y="3546949"/>
            <a:ext cx="2008800" cy="55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1000">
                <a:latin typeface="Albert Sans"/>
              </a:rPr>
              <a:t>Raw Modulair-PM readings fail completely (R² = -0.0133, MAE = 5.30 µg/m³), severely overestimating morning moisture surges.</a:t>
            </a:r>
            <a:endParaRPr sz="1200">
              <a:solidFill>
                <a:schemeClr val="dk1"/>
              </a:solidFill>
              <a:latin typeface="Albert Sans"/>
              <a:ea typeface="Albert Sans"/>
              <a:cs typeface="Albert Sans"/>
              <a:sym typeface="Albert Sans"/>
            </a:endParaRPr>
          </a:p>
        </p:txBody>
      </p:sp>
      <p:sp>
        <p:nvSpPr>
          <p:cNvPr id="371" name="Google Shape;371;p45"/>
          <p:cNvSpPr txBox="1"/>
          <p:nvPr/>
        </p:nvSpPr>
        <p:spPr>
          <a:xfrm>
            <a:off x="3567600" y="3256963"/>
            <a:ext cx="2008800" cy="409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sz="1300" b="1">
                <a:latin typeface="Poppins"/>
              </a:rPr>
              <a:t>Linearity Failure</a:t>
            </a:r>
            <a:endParaRPr b="1" sz="2000">
              <a:solidFill>
                <a:schemeClr val="dk1"/>
              </a:solidFill>
              <a:latin typeface="Poppins"/>
              <a:ea typeface="Poppins"/>
              <a:cs typeface="Poppins"/>
              <a:sym typeface="Poppins"/>
            </a:endParaRPr>
          </a:p>
        </p:txBody>
      </p:sp>
      <p:sp>
        <p:nvSpPr>
          <p:cNvPr id="372" name="Google Shape;372;p45"/>
          <p:cNvSpPr txBox="1"/>
          <p:nvPr/>
        </p:nvSpPr>
        <p:spPr>
          <a:xfrm>
            <a:off x="3567587" y="3546949"/>
            <a:ext cx="2008800" cy="55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1000">
                <a:latin typeface="Albert Sans"/>
              </a:rPr>
              <a:t>Simple Linear Regression (R² = 0.6760) cannot capture exponential Köhler aerosol swelling near deliquescence (RH &gt; 75%).</a:t>
            </a:r>
            <a:endParaRPr sz="1200">
              <a:solidFill>
                <a:schemeClr val="dk1"/>
              </a:solidFill>
              <a:latin typeface="Albert Sans"/>
              <a:ea typeface="Albert Sans"/>
              <a:cs typeface="Albert Sans"/>
              <a:sym typeface="Albert Sans"/>
            </a:endParaRPr>
          </a:p>
        </p:txBody>
      </p:sp>
      <p:sp>
        <p:nvSpPr>
          <p:cNvPr id="373" name="Google Shape;373;p45"/>
          <p:cNvSpPr txBox="1"/>
          <p:nvPr/>
        </p:nvSpPr>
        <p:spPr>
          <a:xfrm>
            <a:off x="6417850" y="3256963"/>
            <a:ext cx="2008800" cy="409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sz="1300" b="1">
                <a:latin typeface="Poppins"/>
              </a:rPr>
              <a:t>Deep Overfitting</a:t>
            </a:r>
            <a:endParaRPr b="1" sz="2000">
              <a:solidFill>
                <a:schemeClr val="dk1"/>
              </a:solidFill>
              <a:latin typeface="Poppins"/>
              <a:ea typeface="Poppins"/>
              <a:cs typeface="Poppins"/>
              <a:sym typeface="Poppins"/>
            </a:endParaRPr>
          </a:p>
        </p:txBody>
      </p:sp>
      <p:sp>
        <p:nvSpPr>
          <p:cNvPr id="374" name="Google Shape;374;p45"/>
          <p:cNvSpPr txBox="1"/>
          <p:nvPr/>
        </p:nvSpPr>
        <p:spPr>
          <a:xfrm>
            <a:off x="6417824" y="3546949"/>
            <a:ext cx="2008800" cy="55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1000">
                <a:latin typeface="Albert Sans"/>
              </a:rPr>
              <a:t>Neural networks (MLP/LSTM) memorize autocorrelated sensor noise, collapsing by 40% (R² = 0.5214) on unseen holdout data.</a:t>
            </a:r>
            <a:endParaRPr sz="1200">
              <a:solidFill>
                <a:schemeClr val="dk1"/>
              </a:solidFill>
              <a:latin typeface="Albert Sans"/>
              <a:ea typeface="Albert Sans"/>
              <a:cs typeface="Albert Sans"/>
              <a:sym typeface="Albert Sans"/>
            </a:endParaRPr>
          </a:p>
        </p:txBody>
      </p:sp>
      <p:sp>
        <p:nvSpPr>
          <p:cNvPr id="375" name="Google Shape;375;p45"/>
          <p:cNvSpPr/>
          <p:nvPr/>
        </p:nvSpPr>
        <p:spPr>
          <a:xfrm>
            <a:off x="717525" y="2746388"/>
            <a:ext cx="20088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chemeClr val="lt1"/>
                </a:solidFill>
                <a:latin typeface="Poppins"/>
                <a:ea typeface="Poppins"/>
                <a:cs typeface="Poppins"/>
                <a:sym typeface="Poppins"/>
              </a:rPr>
              <a:t>1</a:t>
            </a:r>
            <a:endParaRPr b="1" sz="2000">
              <a:solidFill>
                <a:schemeClr val="lt1"/>
              </a:solidFill>
              <a:latin typeface="Poppins"/>
              <a:ea typeface="Poppins"/>
              <a:cs typeface="Poppins"/>
              <a:sym typeface="Poppins"/>
            </a:endParaRPr>
          </a:p>
        </p:txBody>
      </p:sp>
      <p:sp>
        <p:nvSpPr>
          <p:cNvPr id="376" name="Google Shape;376;p45"/>
          <p:cNvSpPr/>
          <p:nvPr/>
        </p:nvSpPr>
        <p:spPr>
          <a:xfrm>
            <a:off x="3567600" y="2746388"/>
            <a:ext cx="20088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chemeClr val="lt1"/>
                </a:solidFill>
                <a:latin typeface="Poppins"/>
                <a:ea typeface="Poppins"/>
                <a:cs typeface="Poppins"/>
                <a:sym typeface="Poppins"/>
              </a:rPr>
              <a:t>2</a:t>
            </a:r>
            <a:endParaRPr b="1" sz="2000">
              <a:solidFill>
                <a:schemeClr val="lt1"/>
              </a:solidFill>
              <a:latin typeface="Poppins"/>
              <a:ea typeface="Poppins"/>
              <a:cs typeface="Poppins"/>
              <a:sym typeface="Poppins"/>
            </a:endParaRPr>
          </a:p>
        </p:txBody>
      </p:sp>
      <p:sp>
        <p:nvSpPr>
          <p:cNvPr id="377" name="Google Shape;377;p45"/>
          <p:cNvSpPr/>
          <p:nvPr/>
        </p:nvSpPr>
        <p:spPr>
          <a:xfrm>
            <a:off x="6417675" y="2746388"/>
            <a:ext cx="20088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chemeClr val="lt1"/>
                </a:solidFill>
                <a:latin typeface="Poppins"/>
                <a:ea typeface="Poppins"/>
                <a:cs typeface="Poppins"/>
                <a:sym typeface="Poppins"/>
              </a:rPr>
              <a:t>3</a:t>
            </a:r>
            <a:endParaRPr b="1" sz="2000">
              <a:solidFill>
                <a:schemeClr val="lt1"/>
              </a:solidFill>
              <a:latin typeface="Poppins"/>
              <a:ea typeface="Poppins"/>
              <a:cs typeface="Poppins"/>
              <a:sym typeface="Poppins"/>
            </a:endParaRPr>
          </a:p>
        </p:txBody>
      </p:sp>
      <p:sp>
        <p:nvSpPr>
          <p:cNvPr id="378" name="Google Shape;378;p45"/>
          <p:cNvSpPr/>
          <p:nvPr/>
        </p:nvSpPr>
        <p:spPr>
          <a:xfrm>
            <a:off x="2953950" y="4193050"/>
            <a:ext cx="32361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chemeClr val="lt1"/>
                </a:solidFill>
                <a:latin typeface="Poppins"/>
                <a:ea typeface="Poppins"/>
                <a:cs typeface="Poppins"/>
                <a:sym typeface="Poppins"/>
              </a:rPr>
              <a:t>Problems</a:t>
            </a:r>
            <a:endParaRPr b="1" sz="2000">
              <a:solidFill>
                <a:schemeClr val="lt1"/>
              </a:solidFill>
              <a:latin typeface="Poppins"/>
              <a:ea typeface="Poppins"/>
              <a:cs typeface="Poppins"/>
              <a:sym typeface="Poppins"/>
            </a:endParaRPr>
          </a:p>
        </p:txBody>
      </p:sp>
      <p:cxnSp>
        <p:nvCxnSpPr>
          <p:cNvPr id="379" name="Google Shape;379;p45"/>
          <p:cNvCxnSpPr>
            <a:stCxn id="370" idx="2"/>
            <a:endCxn id="378" idx="1"/>
          </p:cNvCxnSpPr>
          <p:nvPr/>
        </p:nvCxnSpPr>
        <p:spPr>
          <a:xfrm flipH="1" rot="-5400000">
            <a:off x="2187800" y="3638299"/>
            <a:ext cx="300000" cy="1232100"/>
          </a:xfrm>
          <a:prstGeom prst="bentConnector2">
            <a:avLst/>
          </a:prstGeom>
          <a:noFill/>
          <a:ln cap="flat" cmpd="sng" w="9525">
            <a:solidFill>
              <a:schemeClr val="dk1"/>
            </a:solidFill>
            <a:prstDash val="solid"/>
            <a:round/>
            <a:headEnd len="med" w="med" type="none"/>
            <a:tailEnd len="med" w="med" type="oval"/>
          </a:ln>
        </p:spPr>
      </p:cxnSp>
      <p:cxnSp>
        <p:nvCxnSpPr>
          <p:cNvPr id="380" name="Google Shape;380;p45"/>
          <p:cNvCxnSpPr>
            <a:stCxn id="374" idx="2"/>
            <a:endCxn id="378" idx="3"/>
          </p:cNvCxnSpPr>
          <p:nvPr/>
        </p:nvCxnSpPr>
        <p:spPr>
          <a:xfrm rot="5400000">
            <a:off x="6656174" y="3638299"/>
            <a:ext cx="300000" cy="1232100"/>
          </a:xfrm>
          <a:prstGeom prst="bentConnector2">
            <a:avLst/>
          </a:prstGeom>
          <a:noFill/>
          <a:ln cap="flat" cmpd="sng" w="9525">
            <a:solidFill>
              <a:schemeClr val="dk1"/>
            </a:solidFill>
            <a:prstDash val="solid"/>
            <a:round/>
            <a:headEnd len="med" w="med" type="none"/>
            <a:tailEnd len="med" w="med" type="oval"/>
          </a:ln>
        </p:spPr>
      </p:cxnSp>
      <p:cxnSp>
        <p:nvCxnSpPr>
          <p:cNvPr id="381" name="Google Shape;381;p45"/>
          <p:cNvCxnSpPr>
            <a:stCxn id="375" idx="3"/>
            <a:endCxn id="376" idx="1"/>
          </p:cNvCxnSpPr>
          <p:nvPr/>
        </p:nvCxnSpPr>
        <p:spPr>
          <a:xfrm>
            <a:off x="2726325" y="2957738"/>
            <a:ext cx="841200" cy="600"/>
          </a:xfrm>
          <a:prstGeom prst="bentConnector3">
            <a:avLst>
              <a:gd fmla="val 50004" name="adj1"/>
            </a:avLst>
          </a:prstGeom>
          <a:noFill/>
          <a:ln cap="flat" cmpd="sng" w="9525">
            <a:solidFill>
              <a:schemeClr val="dk1"/>
            </a:solidFill>
            <a:prstDash val="solid"/>
            <a:round/>
            <a:headEnd len="med" w="med" type="none"/>
            <a:tailEnd len="med" w="med" type="oval"/>
          </a:ln>
        </p:spPr>
      </p:cxnSp>
      <p:cxnSp>
        <p:nvCxnSpPr>
          <p:cNvPr id="382" name="Google Shape;382;p45"/>
          <p:cNvCxnSpPr>
            <a:stCxn id="376" idx="3"/>
            <a:endCxn id="377" idx="1"/>
          </p:cNvCxnSpPr>
          <p:nvPr/>
        </p:nvCxnSpPr>
        <p:spPr>
          <a:xfrm>
            <a:off x="5576400" y="2957738"/>
            <a:ext cx="841200" cy="600"/>
          </a:xfrm>
          <a:prstGeom prst="bentConnector3">
            <a:avLst>
              <a:gd fmla="val 50004" name="adj1"/>
            </a:avLst>
          </a:prstGeom>
          <a:noFill/>
          <a:ln cap="flat" cmpd="sng" w="9525">
            <a:solidFill>
              <a:schemeClr val="dk1"/>
            </a:solidFill>
            <a:prstDash val="solid"/>
            <a:round/>
            <a:headEnd len="med" w="med" type="none"/>
            <a:tailEnd len="med" w="med" type="oval"/>
          </a:ln>
        </p:spPr>
      </p:cxnSp>
      <p:sp>
        <p:nvSpPr>
          <p:cNvPr id="383" name="Google Shape;383;p45"/>
          <p:cNvSpPr/>
          <p:nvPr/>
        </p:nvSpPr>
        <p:spPr>
          <a:xfrm>
            <a:off x="2953950" y="1623613"/>
            <a:ext cx="32361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chemeClr val="lt1"/>
                </a:solidFill>
                <a:latin typeface="Poppins"/>
                <a:ea typeface="Poppins"/>
                <a:cs typeface="Poppins"/>
                <a:sym typeface="Poppins"/>
              </a:rPr>
              <a:t>Current situation</a:t>
            </a:r>
            <a:endParaRPr b="1" sz="2000">
              <a:solidFill>
                <a:schemeClr val="lt1"/>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200" b="1">
                <a:latin typeface="Poppins"/>
              </a:rPr>
              <a:t>Core Research Hypotheses</a:t>
            </a:r>
            <a:endParaRPr/>
          </a:p>
        </p:txBody>
      </p:sp>
      <p:sp>
        <p:nvSpPr>
          <p:cNvPr id="389" name="Google Shape;389;p46"/>
          <p:cNvSpPr txBox="1"/>
          <p:nvPr>
            <p:ph idx="1" type="subTitle"/>
          </p:nvPr>
        </p:nvSpPr>
        <p:spPr>
          <a:xfrm>
            <a:off x="720000" y="1781139"/>
            <a:ext cx="3851700" cy="120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050">
                <a:latin typeface="Albert Sans"/>
              </a:rPr>
              <a:t>Explicitly formulating empirical multi-gamma Köhler growth equations f(RH, γ) directly within the feature space will allow decision trees to split along physical moisture curves, eliminating humidity-induced overcounting.</a:t>
            </a:r>
            <a:endParaRPr/>
          </a:p>
        </p:txBody>
      </p:sp>
      <p:sp>
        <p:nvSpPr>
          <p:cNvPr id="390" name="Google Shape;390;p46"/>
          <p:cNvSpPr txBox="1"/>
          <p:nvPr>
            <p:ph idx="2" type="subTitle"/>
          </p:nvPr>
        </p:nvSpPr>
        <p:spPr>
          <a:xfrm>
            <a:off x="4571802" y="1778800"/>
            <a:ext cx="3851700" cy="120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050">
                <a:latin typeface="Albert Sans"/>
              </a:rPr>
              <a:t>Employing 5-Fold out-of-fold cross-validated stacking with an L2-regularized RidgeCV meta-learner will prevent base tree estimators from overfitting autocorrelated environmental time series, achieving a near-zero generalization gap.</a:t>
            </a:r>
            <a:endParaRPr/>
          </a:p>
        </p:txBody>
      </p:sp>
      <p:sp>
        <p:nvSpPr>
          <p:cNvPr id="391" name="Google Shape;391;p46"/>
          <p:cNvSpPr txBox="1"/>
          <p:nvPr>
            <p:ph idx="3" type="subTitle"/>
          </p:nvPr>
        </p:nvSpPr>
        <p:spPr>
          <a:xfrm>
            <a:off x="720000" y="3635325"/>
            <a:ext cx="7704000" cy="66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050">
                <a:latin typeface="Albert Sans"/>
              </a:rPr>
              <a:t>Incorporating coarse dust indicators (PM10/PM2.5) and thermodynamic water mass parameters (Absolute Humidity, VPD) will allow the ensemble to adapt dynamically across both extreme Monsoon Wet and Harmattan Dry seasons.</a:t>
            </a:r>
            <a:endParaRPr/>
          </a:p>
        </p:txBody>
      </p:sp>
      <p:sp>
        <p:nvSpPr>
          <p:cNvPr id="392" name="Google Shape;392;p46"/>
          <p:cNvSpPr txBox="1"/>
          <p:nvPr>
            <p:ph idx="4" type="subTitle"/>
          </p:nvPr>
        </p:nvSpPr>
        <p:spPr>
          <a:xfrm>
            <a:off x="720000" y="1467825"/>
            <a:ext cx="3851700" cy="4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300" b="1">
                <a:latin typeface="Poppins"/>
              </a:rPr>
              <a:t>Hypothesis 1: Physics Inductive Bias</a:t>
            </a:r>
            <a:endParaRPr/>
          </a:p>
        </p:txBody>
      </p:sp>
      <p:sp>
        <p:nvSpPr>
          <p:cNvPr id="393" name="Google Shape;393;p46"/>
          <p:cNvSpPr txBox="1"/>
          <p:nvPr>
            <p:ph idx="5" type="subTitle"/>
          </p:nvPr>
        </p:nvSpPr>
        <p:spPr>
          <a:xfrm>
            <a:off x="4571800" y="1467825"/>
            <a:ext cx="3851700" cy="4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300" b="1">
                <a:latin typeface="Poppins"/>
              </a:rPr>
              <a:t>Hypothesis 2: Anti-Overfit Stacking</a:t>
            </a:r>
            <a:endParaRPr/>
          </a:p>
        </p:txBody>
      </p:sp>
      <p:sp>
        <p:nvSpPr>
          <p:cNvPr id="394" name="Google Shape;394;p46"/>
          <p:cNvSpPr txBox="1"/>
          <p:nvPr>
            <p:ph idx="6" type="subTitle"/>
          </p:nvPr>
        </p:nvSpPr>
        <p:spPr>
          <a:xfrm>
            <a:off x="720000" y="3325377"/>
            <a:ext cx="7704000" cy="4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300" b="1">
                <a:latin typeface="Poppins"/>
              </a:rPr>
              <a:t>Hypothesis 3: Dual-Regime Robustness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200" b="1">
                <a:latin typeface="Poppins"/>
              </a:rPr>
              <a:t>Specific Research Objectives</a:t>
            </a:r>
            <a:endParaRPr/>
          </a:p>
        </p:txBody>
      </p:sp>
      <p:sp>
        <p:nvSpPr>
          <p:cNvPr id="400" name="Google Shape;400;p47"/>
          <p:cNvSpPr txBox="1"/>
          <p:nvPr>
            <p:ph idx="1" type="subTitle"/>
          </p:nvPr>
        </p:nvSpPr>
        <p:spPr>
          <a:xfrm>
            <a:off x="3099859" y="1710975"/>
            <a:ext cx="361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050">
                <a:latin typeface="Albert Sans"/>
              </a:rPr>
              <a:t>Engineer a 75-dimensional physics-informed feature space incorporating multi-gamma Köhler growth curves, thermodynamic water mass formulations (AH, VPD, Dew Point), and temporal EWMA dynamics.</a:t>
            </a:r>
            <a:endParaRPr/>
          </a:p>
        </p:txBody>
      </p:sp>
      <p:sp>
        <p:nvSpPr>
          <p:cNvPr id="401" name="Google Shape;401;p47"/>
          <p:cNvSpPr txBox="1"/>
          <p:nvPr>
            <p:ph idx="2" type="subTitle"/>
          </p:nvPr>
        </p:nvSpPr>
        <p:spPr>
          <a:xfrm>
            <a:off x="3099859" y="3946825"/>
            <a:ext cx="361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050">
                <a:latin typeface="Albert Sans"/>
              </a:rPr>
              <a:t>Develop SPIME v4 combining four diverse tree learners (Random Forest, ExtraTrees, LightGBM, HistGBM) through an L2-regularized RidgeCV meta-regressor using out-of-fold cross-validation.</a:t>
            </a:r>
            <a:endParaRPr/>
          </a:p>
        </p:txBody>
      </p:sp>
      <p:sp>
        <p:nvSpPr>
          <p:cNvPr id="402" name="Google Shape;402;p47"/>
          <p:cNvSpPr txBox="1"/>
          <p:nvPr>
            <p:ph idx="3" type="subTitle"/>
          </p:nvPr>
        </p:nvSpPr>
        <p:spPr>
          <a:xfrm>
            <a:off x="3099859" y="2828900"/>
            <a:ext cx="361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050">
                <a:latin typeface="Albert Sans"/>
              </a:rPr>
              <a:t>Validate calibration accuracy on an untouched 6-month holdout set (3,468 hourly records), verify zero overfitting, interpret features via Gini attribution, and package a containerized FastAPI microservice.</a:t>
            </a:r>
            <a:endParaRPr/>
          </a:p>
        </p:txBody>
      </p:sp>
      <p:sp>
        <p:nvSpPr>
          <p:cNvPr id="403" name="Google Shape;403;p47"/>
          <p:cNvSpPr txBox="1"/>
          <p:nvPr>
            <p:ph idx="4" type="subTitle"/>
          </p:nvPr>
        </p:nvSpPr>
        <p:spPr>
          <a:xfrm>
            <a:off x="3099859" y="1324575"/>
            <a:ext cx="3619800" cy="52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300" b="1">
                <a:latin typeface="Poppins"/>
              </a:rPr>
              <a:t>Objective 1: 75-D Features</a:t>
            </a:r>
            <a:endParaRPr/>
          </a:p>
        </p:txBody>
      </p:sp>
      <p:sp>
        <p:nvSpPr>
          <p:cNvPr id="404" name="Google Shape;404;p47"/>
          <p:cNvSpPr txBox="1"/>
          <p:nvPr>
            <p:ph idx="5" type="subTitle"/>
          </p:nvPr>
        </p:nvSpPr>
        <p:spPr>
          <a:xfrm>
            <a:off x="3099859" y="3560425"/>
            <a:ext cx="3619800" cy="52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300" b="1">
                <a:latin typeface="Poppins"/>
              </a:rPr>
              <a:t>Objective 2: Stacking Meta-Ensemble</a:t>
            </a:r>
            <a:endParaRPr/>
          </a:p>
        </p:txBody>
      </p:sp>
      <p:sp>
        <p:nvSpPr>
          <p:cNvPr id="405" name="Google Shape;405;p47"/>
          <p:cNvSpPr txBox="1"/>
          <p:nvPr>
            <p:ph idx="6" type="subTitle"/>
          </p:nvPr>
        </p:nvSpPr>
        <p:spPr>
          <a:xfrm>
            <a:off x="3099859" y="2442500"/>
            <a:ext cx="3619800" cy="52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300" b="1">
                <a:latin typeface="Poppins"/>
              </a:rPr>
              <a:t>Objective 3: Holdout &amp; Cloud Deploy</a:t>
            </a:r>
            <a:endParaRPr/>
          </a:p>
        </p:txBody>
      </p:sp>
      <p:grpSp>
        <p:nvGrpSpPr>
          <p:cNvPr id="406" name="Google Shape;406;p47"/>
          <p:cNvGrpSpPr/>
          <p:nvPr/>
        </p:nvGrpSpPr>
        <p:grpSpPr>
          <a:xfrm>
            <a:off x="2424341" y="1431962"/>
            <a:ext cx="355663" cy="308725"/>
            <a:chOff x="-28462125" y="3199700"/>
            <a:chExt cx="298550" cy="259150"/>
          </a:xfrm>
        </p:grpSpPr>
        <p:sp>
          <p:nvSpPr>
            <p:cNvPr id="407" name="Google Shape;407;p47"/>
            <p:cNvSpPr/>
            <p:nvPr/>
          </p:nvSpPr>
          <p:spPr>
            <a:xfrm>
              <a:off x="-28459750" y="3284775"/>
              <a:ext cx="296175" cy="104775"/>
            </a:xfrm>
            <a:custGeom>
              <a:rect b="b" l="l" r="r" t="t"/>
              <a:pathLst>
                <a:path extrusionOk="0" h="4191" w="11847">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7"/>
            <p:cNvSpPr/>
            <p:nvPr/>
          </p:nvSpPr>
          <p:spPr>
            <a:xfrm>
              <a:off x="-28462125" y="3199700"/>
              <a:ext cx="295400" cy="125275"/>
            </a:xfrm>
            <a:custGeom>
              <a:rect b="b" l="l" r="r" t="t"/>
              <a:pathLst>
                <a:path extrusionOk="0" h="5011" w="11816">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7"/>
            <p:cNvSpPr/>
            <p:nvPr/>
          </p:nvSpPr>
          <p:spPr>
            <a:xfrm>
              <a:off x="-28405400" y="3360375"/>
              <a:ext cx="186675" cy="98475"/>
            </a:xfrm>
            <a:custGeom>
              <a:rect b="b" l="l" r="r" t="t"/>
              <a:pathLst>
                <a:path extrusionOk="0" h="3939" w="7467">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 name="Google Shape;410;p47"/>
          <p:cNvGrpSpPr/>
          <p:nvPr/>
        </p:nvGrpSpPr>
        <p:grpSpPr>
          <a:xfrm>
            <a:off x="2424341" y="2527372"/>
            <a:ext cx="353757" cy="353757"/>
            <a:chOff x="-25834600" y="3176875"/>
            <a:chExt cx="296950" cy="296950"/>
          </a:xfrm>
        </p:grpSpPr>
        <p:sp>
          <p:nvSpPr>
            <p:cNvPr id="411" name="Google Shape;411;p47"/>
            <p:cNvSpPr/>
            <p:nvPr/>
          </p:nvSpPr>
          <p:spPr>
            <a:xfrm>
              <a:off x="-25625875" y="3316275"/>
              <a:ext cx="69325" cy="85875"/>
            </a:xfrm>
            <a:custGeom>
              <a:rect b="b" l="l" r="r" t="t"/>
              <a:pathLst>
                <a:path extrusionOk="0" h="3435" w="2773">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7"/>
            <p:cNvSpPr/>
            <p:nvPr/>
          </p:nvSpPr>
          <p:spPr>
            <a:xfrm>
              <a:off x="-25729075" y="3176875"/>
              <a:ext cx="191425" cy="296950"/>
            </a:xfrm>
            <a:custGeom>
              <a:rect b="b" l="l" r="r" t="t"/>
              <a:pathLst>
                <a:path extrusionOk="0" h="11878" w="7657">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7"/>
            <p:cNvSpPr/>
            <p:nvPr/>
          </p:nvSpPr>
          <p:spPr>
            <a:xfrm>
              <a:off x="-25834600" y="3350150"/>
              <a:ext cx="69325" cy="96100"/>
            </a:xfrm>
            <a:custGeom>
              <a:rect b="b" l="l" r="r" t="t"/>
              <a:pathLst>
                <a:path extrusionOk="0" h="3844" w="2773">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7"/>
            <p:cNvSpPr/>
            <p:nvPr/>
          </p:nvSpPr>
          <p:spPr>
            <a:xfrm>
              <a:off x="-25799950" y="3368250"/>
              <a:ext cx="104775" cy="104000"/>
            </a:xfrm>
            <a:custGeom>
              <a:rect b="b" l="l" r="r" t="t"/>
              <a:pathLst>
                <a:path extrusionOk="0" h="4160" w="4191">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7"/>
            <p:cNvSpPr/>
            <p:nvPr/>
          </p:nvSpPr>
          <p:spPr>
            <a:xfrm>
              <a:off x="-25712525" y="3317075"/>
              <a:ext cx="34675" cy="86650"/>
            </a:xfrm>
            <a:custGeom>
              <a:rect b="b" l="l" r="r" t="t"/>
              <a:pathLst>
                <a:path extrusionOk="0" h="3466" w="1387">
                  <a:moveTo>
                    <a:pt x="1" y="0"/>
                  </a:moveTo>
                  <a:lnTo>
                    <a:pt x="1" y="1764"/>
                  </a:lnTo>
                  <a:cubicBezTo>
                    <a:pt x="631" y="2111"/>
                    <a:pt x="1072" y="2709"/>
                    <a:pt x="1261" y="3466"/>
                  </a:cubicBezTo>
                  <a:lnTo>
                    <a:pt x="1387" y="3466"/>
                  </a:ln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 name="Google Shape;416;p47"/>
          <p:cNvGrpSpPr/>
          <p:nvPr/>
        </p:nvGrpSpPr>
        <p:grpSpPr>
          <a:xfrm>
            <a:off x="2424341" y="3645892"/>
            <a:ext cx="353757" cy="352565"/>
            <a:chOff x="-26980600" y="3175500"/>
            <a:chExt cx="296950" cy="295950"/>
          </a:xfrm>
        </p:grpSpPr>
        <p:sp>
          <p:nvSpPr>
            <p:cNvPr id="417" name="Google Shape;417;p47"/>
            <p:cNvSpPr/>
            <p:nvPr/>
          </p:nvSpPr>
          <p:spPr>
            <a:xfrm>
              <a:off x="-26798650" y="3175500"/>
              <a:ext cx="115000" cy="114025"/>
            </a:xfrm>
            <a:custGeom>
              <a:rect b="b" l="l" r="r" t="t"/>
              <a:pathLst>
                <a:path extrusionOk="0" h="4561" w="460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7"/>
            <p:cNvSpPr/>
            <p:nvPr/>
          </p:nvSpPr>
          <p:spPr>
            <a:xfrm>
              <a:off x="-26980600" y="3325725"/>
              <a:ext cx="168575" cy="145725"/>
            </a:xfrm>
            <a:custGeom>
              <a:rect b="b" l="l" r="r" t="t"/>
              <a:pathLst>
                <a:path extrusionOk="0" h="5829" w="6743">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7"/>
            <p:cNvSpPr/>
            <p:nvPr/>
          </p:nvSpPr>
          <p:spPr>
            <a:xfrm>
              <a:off x="-26893950" y="3226500"/>
              <a:ext cx="159125" cy="137850"/>
            </a:xfrm>
            <a:custGeom>
              <a:rect b="b" l="l" r="r" t="t"/>
              <a:pathLst>
                <a:path extrusionOk="0" h="5514" w="6365">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000" b="1">
                <a:latin typeface="Poppins"/>
              </a:rPr>
              <a:t>Core Concepts &amp; Physical Foundations</a:t>
            </a:r>
            <a:endParaRPr/>
          </a:p>
        </p:txBody>
      </p:sp>
      <p:sp>
        <p:nvSpPr>
          <p:cNvPr id="425" name="Google Shape;425;p48"/>
          <p:cNvSpPr txBox="1"/>
          <p:nvPr>
            <p:ph idx="1" type="subTitle"/>
          </p:nvPr>
        </p:nvSpPr>
        <p:spPr>
          <a:xfrm>
            <a:off x="1046381" y="2149200"/>
            <a:ext cx="20661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950">
                <a:latin typeface="Albert Sans"/>
              </a:rPr>
              <a:t>Decouples water vapor mass in air (g/m³) from diurnal temperature swings, providing true atmospheric moisture loading.</a:t>
            </a:r>
            <a:endParaRPr/>
          </a:p>
        </p:txBody>
      </p:sp>
      <p:sp>
        <p:nvSpPr>
          <p:cNvPr id="426" name="Google Shape;426;p48"/>
          <p:cNvSpPr txBox="1"/>
          <p:nvPr>
            <p:ph idx="2" type="subTitle"/>
          </p:nvPr>
        </p:nvSpPr>
        <p:spPr>
          <a:xfrm>
            <a:off x="3538950" y="2149200"/>
            <a:ext cx="20661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950">
                <a:latin typeface="Albert Sans"/>
              </a:rPr>
              <a:t>Deliquescent aerosol salts absorb ambient water vapor exponentially above 75% RH, inflating apparent optical diameter.</a:t>
            </a:r>
            <a:endParaRPr/>
          </a:p>
        </p:txBody>
      </p:sp>
      <p:sp>
        <p:nvSpPr>
          <p:cNvPr id="427" name="Google Shape;427;p48"/>
          <p:cNvSpPr txBox="1"/>
          <p:nvPr>
            <p:ph idx="13" type="subTitle"/>
          </p:nvPr>
        </p:nvSpPr>
        <p:spPr>
          <a:xfrm>
            <a:off x="1046381" y="3424075"/>
            <a:ext cx="20661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200" b="1">
                <a:latin typeface="Poppins"/>
              </a:rPr>
              <a:t>Mie Light Scattering</a:t>
            </a:r>
            <a:endParaRPr/>
          </a:p>
        </p:txBody>
      </p:sp>
      <p:sp>
        <p:nvSpPr>
          <p:cNvPr id="428" name="Google Shape;428;p48"/>
          <p:cNvSpPr txBox="1"/>
          <p:nvPr>
            <p:ph idx="8" type="subTitle"/>
          </p:nvPr>
        </p:nvSpPr>
        <p:spPr>
          <a:xfrm>
            <a:off x="3538950" y="1732975"/>
            <a:ext cx="20661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200" b="1">
                <a:latin typeface="Poppins"/>
              </a:rPr>
              <a:t>Köhler Droplet Growth</a:t>
            </a:r>
            <a:endParaRPr/>
          </a:p>
        </p:txBody>
      </p:sp>
      <p:sp>
        <p:nvSpPr>
          <p:cNvPr id="429" name="Google Shape;429;p48"/>
          <p:cNvSpPr txBox="1"/>
          <p:nvPr>
            <p:ph idx="7" type="subTitle"/>
          </p:nvPr>
        </p:nvSpPr>
        <p:spPr>
          <a:xfrm>
            <a:off x="1046381" y="1732975"/>
            <a:ext cx="20661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200" b="1">
                <a:latin typeface="Poppins"/>
              </a:rPr>
              <a:t>Absolute Humidity (AH)</a:t>
            </a:r>
            <a:endParaRPr/>
          </a:p>
        </p:txBody>
      </p:sp>
      <p:sp>
        <p:nvSpPr>
          <p:cNvPr id="430" name="Google Shape;430;p48"/>
          <p:cNvSpPr txBox="1"/>
          <p:nvPr>
            <p:ph idx="3" type="subTitle"/>
          </p:nvPr>
        </p:nvSpPr>
        <p:spPr>
          <a:xfrm>
            <a:off x="1046381" y="3840500"/>
            <a:ext cx="20661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950">
                <a:latin typeface="Albert Sans"/>
              </a:rPr>
              <a:t>Light pulse intensity scattered by particles depends non-linearly on diameter, laser wavelength, and refractive index.</a:t>
            </a:r>
            <a:endParaRPr/>
          </a:p>
        </p:txBody>
      </p:sp>
      <p:sp>
        <p:nvSpPr>
          <p:cNvPr id="431" name="Google Shape;431;p48"/>
          <p:cNvSpPr txBox="1"/>
          <p:nvPr>
            <p:ph idx="4" type="subTitle"/>
          </p:nvPr>
        </p:nvSpPr>
        <p:spPr>
          <a:xfrm>
            <a:off x="3538950" y="3840500"/>
            <a:ext cx="20661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950">
                <a:latin typeface="Albert Sans"/>
              </a:rPr>
              <a:t>Coarse Saharan dust transport altering aerosol density and optical properties; tracked via PM10/PM2.5 ratio.</a:t>
            </a:r>
            <a:endParaRPr/>
          </a:p>
        </p:txBody>
      </p:sp>
      <p:sp>
        <p:nvSpPr>
          <p:cNvPr id="432" name="Google Shape;432;p48"/>
          <p:cNvSpPr txBox="1"/>
          <p:nvPr>
            <p:ph idx="5" type="subTitle"/>
          </p:nvPr>
        </p:nvSpPr>
        <p:spPr>
          <a:xfrm>
            <a:off x="6031519" y="2149200"/>
            <a:ext cx="20661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950">
                <a:latin typeface="Albert Sans"/>
              </a:rPr>
              <a:t>Meta-learner trained purely on out-of-sample predictions from validation folds to eliminate target leakage and overfitting.</a:t>
            </a:r>
            <a:endParaRPr/>
          </a:p>
        </p:txBody>
      </p:sp>
      <p:sp>
        <p:nvSpPr>
          <p:cNvPr id="433" name="Google Shape;433;p48"/>
          <p:cNvSpPr txBox="1"/>
          <p:nvPr>
            <p:ph idx="6" type="subTitle"/>
          </p:nvPr>
        </p:nvSpPr>
        <p:spPr>
          <a:xfrm>
            <a:off x="6031519" y="3840500"/>
            <a:ext cx="20661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950">
                <a:latin typeface="Albert Sans"/>
              </a:rPr>
              <a:t>Measures the drying potential of ambient air (kPa), governing the rate of aerosol moisture evaporation.</a:t>
            </a:r>
            <a:endParaRPr/>
          </a:p>
        </p:txBody>
      </p:sp>
      <p:sp>
        <p:nvSpPr>
          <p:cNvPr id="434" name="Google Shape;434;p48"/>
          <p:cNvSpPr txBox="1"/>
          <p:nvPr>
            <p:ph idx="9" type="subTitle"/>
          </p:nvPr>
        </p:nvSpPr>
        <p:spPr>
          <a:xfrm>
            <a:off x="6031519" y="1732975"/>
            <a:ext cx="20661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200" b="1">
                <a:latin typeface="Poppins"/>
              </a:rPr>
              <a:t>Out-of-Fold Stacking</a:t>
            </a:r>
            <a:endParaRPr/>
          </a:p>
        </p:txBody>
      </p:sp>
      <p:sp>
        <p:nvSpPr>
          <p:cNvPr id="435" name="Google Shape;435;p48"/>
          <p:cNvSpPr txBox="1"/>
          <p:nvPr>
            <p:ph idx="14" type="subTitle"/>
          </p:nvPr>
        </p:nvSpPr>
        <p:spPr>
          <a:xfrm>
            <a:off x="3538950" y="3424075"/>
            <a:ext cx="20661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200" b="1">
                <a:latin typeface="Poppins"/>
              </a:rPr>
              <a:t>Harmattan Mineral Dust</a:t>
            </a:r>
            <a:endParaRPr/>
          </a:p>
        </p:txBody>
      </p:sp>
      <p:sp>
        <p:nvSpPr>
          <p:cNvPr id="436" name="Google Shape;436;p48"/>
          <p:cNvSpPr txBox="1"/>
          <p:nvPr>
            <p:ph idx="15" type="subTitle"/>
          </p:nvPr>
        </p:nvSpPr>
        <p:spPr>
          <a:xfrm>
            <a:off x="6031519" y="3424075"/>
            <a:ext cx="20661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sz="1200" b="1">
                <a:latin typeface="Poppins"/>
              </a:rPr>
              <a:t>Vapor Pressure Deficit</a:t>
            </a:r>
            <a:endParaRPr/>
          </a:p>
        </p:txBody>
      </p:sp>
      <p:grpSp>
        <p:nvGrpSpPr>
          <p:cNvPr id="437" name="Google Shape;437;p48"/>
          <p:cNvGrpSpPr/>
          <p:nvPr/>
        </p:nvGrpSpPr>
        <p:grpSpPr>
          <a:xfrm>
            <a:off x="4417960" y="3028702"/>
            <a:ext cx="308080" cy="274917"/>
            <a:chOff x="-42996150" y="3612600"/>
            <a:chExt cx="323750" cy="288900"/>
          </a:xfrm>
        </p:grpSpPr>
        <p:sp>
          <p:nvSpPr>
            <p:cNvPr id="438" name="Google Shape;438;p48"/>
            <p:cNvSpPr/>
            <p:nvPr/>
          </p:nvSpPr>
          <p:spPr>
            <a:xfrm>
              <a:off x="-42914225" y="3612600"/>
              <a:ext cx="241825" cy="239275"/>
            </a:xfrm>
            <a:custGeom>
              <a:rect b="b" l="l" r="r" t="t"/>
              <a:pathLst>
                <a:path extrusionOk="0" h="9571" w="9673">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8"/>
            <p:cNvSpPr/>
            <p:nvPr/>
          </p:nvSpPr>
          <p:spPr>
            <a:xfrm>
              <a:off x="-42946525" y="3762850"/>
              <a:ext cx="118950" cy="118950"/>
            </a:xfrm>
            <a:custGeom>
              <a:rect b="b" l="l" r="r" t="t"/>
              <a:pathLst>
                <a:path extrusionOk="0" h="4758" w="4758">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8"/>
            <p:cNvSpPr/>
            <p:nvPr/>
          </p:nvSpPr>
          <p:spPr>
            <a:xfrm>
              <a:off x="-42996150" y="3855800"/>
              <a:ext cx="78000" cy="45700"/>
            </a:xfrm>
            <a:custGeom>
              <a:rect b="b" l="l" r="r" t="t"/>
              <a:pathLst>
                <a:path extrusionOk="0" h="1828" w="312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 name="Google Shape;441;p48"/>
          <p:cNvGrpSpPr/>
          <p:nvPr/>
        </p:nvGrpSpPr>
        <p:grpSpPr>
          <a:xfrm>
            <a:off x="1943698" y="3028947"/>
            <a:ext cx="271467" cy="274938"/>
            <a:chOff x="-42617300" y="3587775"/>
            <a:chExt cx="306950" cy="310875"/>
          </a:xfrm>
        </p:grpSpPr>
        <p:sp>
          <p:nvSpPr>
            <p:cNvPr id="442" name="Google Shape;442;p48"/>
            <p:cNvSpPr/>
            <p:nvPr/>
          </p:nvSpPr>
          <p:spPr>
            <a:xfrm>
              <a:off x="-42617300" y="3587775"/>
              <a:ext cx="306950" cy="310875"/>
            </a:xfrm>
            <a:custGeom>
              <a:rect b="b" l="l" r="r" t="t"/>
              <a:pathLst>
                <a:path extrusionOk="0" h="12435" w="12278">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48"/>
            <p:cNvSpPr/>
            <p:nvPr/>
          </p:nvSpPr>
          <p:spPr>
            <a:xfrm>
              <a:off x="-42500725" y="3712425"/>
              <a:ext cx="63025" cy="62275"/>
            </a:xfrm>
            <a:custGeom>
              <a:rect b="b" l="l" r="r" t="t"/>
              <a:pathLst>
                <a:path extrusionOk="0" h="2491" w="2521">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 name="Google Shape;444;p48"/>
          <p:cNvGrpSpPr/>
          <p:nvPr/>
        </p:nvGrpSpPr>
        <p:grpSpPr>
          <a:xfrm>
            <a:off x="6928851" y="1338098"/>
            <a:ext cx="271436" cy="266682"/>
            <a:chOff x="-40748275" y="3238700"/>
            <a:chExt cx="322600" cy="316950"/>
          </a:xfrm>
        </p:grpSpPr>
        <p:sp>
          <p:nvSpPr>
            <p:cNvPr id="445" name="Google Shape;445;p48"/>
            <p:cNvSpPr/>
            <p:nvPr/>
          </p:nvSpPr>
          <p:spPr>
            <a:xfrm>
              <a:off x="-40709675" y="3273750"/>
              <a:ext cx="84300" cy="84300"/>
            </a:xfrm>
            <a:custGeom>
              <a:rect b="b" l="l" r="r" t="t"/>
              <a:pathLst>
                <a:path extrusionOk="0" h="3372" w="3372">
                  <a:moveTo>
                    <a:pt x="2710" y="0"/>
                  </a:moveTo>
                  <a:lnTo>
                    <a:pt x="1" y="2710"/>
                  </a:lnTo>
                  <a:lnTo>
                    <a:pt x="694" y="3371"/>
                  </a:lnTo>
                  <a:lnTo>
                    <a:pt x="3372" y="662"/>
                  </a:lnTo>
                  <a:lnTo>
                    <a:pt x="27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8"/>
            <p:cNvSpPr/>
            <p:nvPr/>
          </p:nvSpPr>
          <p:spPr>
            <a:xfrm>
              <a:off x="-40578925" y="3247175"/>
              <a:ext cx="151250" cy="149475"/>
            </a:xfrm>
            <a:custGeom>
              <a:rect b="b" l="l" r="r" t="t"/>
              <a:pathLst>
                <a:path extrusionOk="0" h="5979" w="605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8"/>
            <p:cNvSpPr/>
            <p:nvPr/>
          </p:nvSpPr>
          <p:spPr>
            <a:xfrm>
              <a:off x="-40678175" y="3305250"/>
              <a:ext cx="213475" cy="213475"/>
            </a:xfrm>
            <a:custGeom>
              <a:rect b="b" l="l" r="r" t="t"/>
              <a:pathLst>
                <a:path extrusionOk="0" h="8539" w="8539">
                  <a:moveTo>
                    <a:pt x="2679" y="0"/>
                  </a:moveTo>
                  <a:lnTo>
                    <a:pt x="1" y="2678"/>
                  </a:lnTo>
                  <a:lnTo>
                    <a:pt x="5861" y="8538"/>
                  </a:lnTo>
                  <a:lnTo>
                    <a:pt x="8539" y="5860"/>
                  </a:lnTo>
                  <a:lnTo>
                    <a:pt x="2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8"/>
            <p:cNvSpPr/>
            <p:nvPr/>
          </p:nvSpPr>
          <p:spPr>
            <a:xfrm>
              <a:off x="-40513550" y="3469850"/>
              <a:ext cx="87875" cy="85800"/>
            </a:xfrm>
            <a:custGeom>
              <a:rect b="b" l="l" r="r" t="t"/>
              <a:pathLst>
                <a:path extrusionOk="0" h="3432" w="3515">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8"/>
            <p:cNvSpPr/>
            <p:nvPr/>
          </p:nvSpPr>
          <p:spPr>
            <a:xfrm>
              <a:off x="-40738025" y="3404500"/>
              <a:ext cx="150450" cy="149475"/>
            </a:xfrm>
            <a:custGeom>
              <a:rect b="b" l="l" r="r" t="t"/>
              <a:pathLst>
                <a:path extrusionOk="0" h="5979" w="6018">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8"/>
            <p:cNvSpPr/>
            <p:nvPr/>
          </p:nvSpPr>
          <p:spPr>
            <a:xfrm>
              <a:off x="-40748275" y="3238700"/>
              <a:ext cx="92175" cy="87850"/>
            </a:xfrm>
            <a:custGeom>
              <a:rect b="b" l="l" r="r" t="t"/>
              <a:pathLst>
                <a:path extrusionOk="0" h="3514" w="3687">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1" name="Google Shape;451;p48"/>
          <p:cNvSpPr/>
          <p:nvPr/>
        </p:nvSpPr>
        <p:spPr>
          <a:xfrm>
            <a:off x="1943697" y="1334011"/>
            <a:ext cx="271468" cy="275167"/>
          </a:xfrm>
          <a:custGeom>
            <a:rect b="b" l="l" r="r" t="t"/>
            <a:pathLst>
              <a:path extrusionOk="0" h="12647" w="12477">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 name="Google Shape;452;p48"/>
          <p:cNvGrpSpPr/>
          <p:nvPr/>
        </p:nvGrpSpPr>
        <p:grpSpPr>
          <a:xfrm>
            <a:off x="4436269" y="1347863"/>
            <a:ext cx="271462" cy="247217"/>
            <a:chOff x="-40378075" y="3267450"/>
            <a:chExt cx="317425" cy="289075"/>
          </a:xfrm>
        </p:grpSpPr>
        <p:sp>
          <p:nvSpPr>
            <p:cNvPr id="453" name="Google Shape;453;p48"/>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8"/>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8"/>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8"/>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7" name="Google Shape;457;p48"/>
          <p:cNvSpPr/>
          <p:nvPr/>
        </p:nvSpPr>
        <p:spPr>
          <a:xfrm>
            <a:off x="6947286" y="3028799"/>
            <a:ext cx="234566" cy="274916"/>
          </a:xfrm>
          <a:custGeom>
            <a:rect b="b" l="l" r="r" t="t"/>
            <a:pathLst>
              <a:path extrusionOk="0" h="12666" w="10807">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9"/>
          <p:cNvSpPr txBox="1"/>
          <p:nvPr>
            <p:ph type="title"/>
          </p:nvPr>
        </p:nvSpPr>
        <p:spPr>
          <a:xfrm>
            <a:off x="1746175" y="445025"/>
            <a:ext cx="6684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2000" b="1">
                <a:latin typeface="Poppins"/>
              </a:rPr>
              <a:t>Literature Review &amp; Prior Calibration Studies</a:t>
            </a:r>
            <a:endParaRPr/>
          </a:p>
        </p:txBody>
      </p:sp>
      <p:sp>
        <p:nvSpPr>
          <p:cNvPr id="463" name="Google Shape;463;p49"/>
          <p:cNvSpPr txBox="1"/>
          <p:nvPr>
            <p:ph idx="1" type="body"/>
          </p:nvPr>
        </p:nvSpPr>
        <p:spPr>
          <a:xfrm>
            <a:off x="1746175" y="1215750"/>
            <a:ext cx="6684600" cy="3392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sz="950">
                <a:latin typeface="Albert Sans"/>
              </a:rPr>
              <a:t>Crilley et al. (2018) | Atmospheric Measurement Techniques</a:t>
            </a:r>
            <a:endParaRPr/>
          </a:p>
          <a:p>
            <a:pPr indent="-317500" lvl="1" marL="914400" rtl="0" algn="l">
              <a:spcBef>
                <a:spcPts val="0"/>
              </a:spcBef>
              <a:spcAft>
                <a:spcPts val="0"/>
              </a:spcAft>
              <a:buSzPts val="1400"/>
              <a:buFont typeface="Albert Sans Light"/>
              <a:buChar char="○"/>
            </a:pPr>
            <a:r>
              <a:rPr sz="950">
                <a:latin typeface="Albert Sans"/>
              </a:rPr>
              <a:t>Demonstrated optical particle counter humidity swelling in the UK and proposed empirical single-parameter κ-Köhler growth corrections.</a:t>
            </a:r>
            <a:endParaRPr/>
          </a:p>
          <a:p>
            <a:pPr indent="-317500" lvl="0" marL="457200" rtl="0" algn="l">
              <a:spcBef>
                <a:spcPts val="1000"/>
              </a:spcBef>
              <a:spcAft>
                <a:spcPts val="0"/>
              </a:spcAft>
              <a:buSzPts val="1400"/>
              <a:buChar char="●"/>
            </a:pPr>
            <a:endParaRPr/>
          </a:p>
          <a:p>
            <a:pPr indent="-317500" lvl="1" marL="914400" rtl="0" algn="l">
              <a:spcBef>
                <a:spcPts val="0"/>
              </a:spcBef>
              <a:spcAft>
                <a:spcPts val="0"/>
              </a:spcAft>
              <a:buSzPts val="1400"/>
              <a:buFont typeface="Albert Sans Light"/>
              <a:buChar char="○"/>
            </a:pPr>
            <a:r>
              <a:rPr sz="950">
                <a:latin typeface="Albert Sans"/>
              </a:rPr>
              <a:t>Westervelt et al. (2019) | Atmospheric Measurement Techniques</a:t>
            </a:r>
            <a:endParaRPr/>
          </a:p>
          <a:p>
            <a:pPr indent="-317500" lvl="0" marL="457200" rtl="0" algn="l">
              <a:spcBef>
                <a:spcPts val="1000"/>
              </a:spcBef>
              <a:spcAft>
                <a:spcPts val="0"/>
              </a:spcAft>
              <a:buSzPts val="1400"/>
              <a:buChar char="●"/>
            </a:pPr>
            <a:r>
              <a:rPr sz="950">
                <a:latin typeface="Albert Sans"/>
              </a:rPr>
              <a:t>Co-located low-cost sensors in Accra and Kinshasa; proved factory calibrations fail catastrophically under Sub-Saharan African meteorology.</a:t>
            </a:r>
            <a:endParaRPr/>
          </a:p>
          <a:p>
            <a:pPr indent="-317500" lvl="1" marL="914400" rtl="0" algn="l">
              <a:spcBef>
                <a:spcPts val="0"/>
              </a:spcBef>
              <a:spcAft>
                <a:spcPts val="0"/>
              </a:spcAft>
              <a:buSzPts val="1400"/>
              <a:buFont typeface="Albert Sans Light"/>
              <a:buChar char="○"/>
            </a:pPr>
            <a:endParaRPr/>
          </a:p>
          <a:p>
            <a:pPr indent="-317500" lvl="0" marL="457200" rtl="0" algn="l">
              <a:spcBef>
                <a:spcPts val="1000"/>
              </a:spcBef>
              <a:spcAft>
                <a:spcPts val="0"/>
              </a:spcAft>
              <a:buSzPts val="1400"/>
              <a:buChar char="●"/>
            </a:pPr>
            <a:r>
              <a:rPr sz="950">
                <a:latin typeface="Albert Sans"/>
              </a:rPr>
              <a:t>Malings et al. (2020) &amp; Zimmerman et al. (2018) | Atmospheric Measurement Techniques</a:t>
            </a:r>
            <a:endParaRPr/>
          </a:p>
          <a:p>
            <a:pPr indent="-317500" lvl="1" marL="914400" rtl="0" algn="l">
              <a:spcBef>
                <a:spcPts val="0"/>
              </a:spcBef>
              <a:spcAft>
                <a:spcPts val="0"/>
              </a:spcAft>
              <a:buSzPts val="1400"/>
              <a:buFont typeface="Albert Sans Light"/>
              <a:buChar char="○"/>
            </a:pPr>
            <a:r>
              <a:rPr sz="950">
                <a:latin typeface="Albert Sans"/>
              </a:rPr>
              <a:t>Evaluated Random Forest and neural networks for sensor calibration; highlighted severe noise memorization and seasonal drift.</a:t>
            </a:r>
            <a:endParaRPr/>
          </a:p>
          <a:p>
            <a:pPr indent="-317500" lvl="0" marL="457200" rtl="0" algn="l">
              <a:spcBef>
                <a:spcPts val="1000"/>
              </a:spcBef>
              <a:spcAft>
                <a:spcPts val="0"/>
              </a:spcAft>
              <a:buSzPts val="1400"/>
              <a:buChar char="●"/>
            </a:pPr>
            <a:endParaRPr/>
          </a:p>
          <a:p>
            <a:pPr indent="-317500" lvl="1" marL="914400" rtl="0" algn="l">
              <a:spcBef>
                <a:spcPts val="0"/>
              </a:spcBef>
              <a:spcAft>
                <a:spcPts val="0"/>
              </a:spcAft>
              <a:buSzPts val="1400"/>
              <a:buFont typeface="Albert Sans Light"/>
              <a:buChar char="○"/>
            </a:pPr>
            <a:r>
              <a:rPr sz="950">
                <a:latin typeface="Albert Sans"/>
              </a:rPr>
              <a:t>Si et al. (2020) | Atmospheric Measurement Techniques</a:t>
            </a:r>
            <a:endParaRPr/>
          </a:p>
          <a:p>
            <a:r>
              <a:rPr sz="950">
                <a:latin typeface="Albert Sans"/>
              </a:rPr>
              <a:t>Demonstrated that gradient-boosted trees outperform linear corrections, but identified severe vulnerability to time-series data leakage.</a:t>
            </a:r>
          </a:p>
          <a:p/>
          <a:p>
            <a:r>
              <a:rPr sz="950">
                <a:latin typeface="Albert Sans"/>
              </a:rPr>
              <a:t>Wolpert (1992) | Neural Networks</a:t>
            </a:r>
          </a:p>
          <a:p>
            <a:r>
              <a:rPr sz="950">
                <a:latin typeface="Albert Sans"/>
              </a:rPr>
              <a:t>Formulated stacked generalization theory, proving that out-of-fold cross-validated meta-ensembles minimize out-of-sample generalization error.</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000" b="1">
                <a:latin typeface="Poppins"/>
              </a:rPr>
              <a:t>Theoretical Framework &amp; Mathematical Formulations</a:t>
            </a:r>
            <a:endParaRPr/>
          </a:p>
        </p:txBody>
      </p:sp>
      <p:sp>
        <p:nvSpPr>
          <p:cNvPr id="469" name="Google Shape;469;p50"/>
          <p:cNvSpPr txBox="1"/>
          <p:nvPr/>
        </p:nvSpPr>
        <p:spPr>
          <a:xfrm>
            <a:off x="720000" y="1910800"/>
            <a:ext cx="2143200" cy="984300"/>
          </a:xfrm>
          <a:prstGeom prst="rect">
            <a:avLst/>
          </a:prstGeom>
          <a:noFill/>
          <a:ln>
            <a:noFill/>
          </a:ln>
        </p:spPr>
        <p:txBody>
          <a:bodyPr anchorCtr="0" anchor="t" bIns="91425" lIns="91425" spcFirstLastPara="1" rIns="91425" wrap="square" tIns="91425">
            <a:noAutofit/>
          </a:bodyPr>
          <a:lstStyle/>
          <a:p>
            <a:pPr indent="-317500" lvl="0" marL="285750" rtl="0" algn="l">
              <a:lnSpc>
                <a:spcPct val="115000"/>
              </a:lnSpc>
              <a:spcBef>
                <a:spcPts val="0"/>
              </a:spcBef>
              <a:spcAft>
                <a:spcPts val="0"/>
              </a:spcAft>
              <a:buClr>
                <a:schemeClr val="dk1"/>
              </a:buClr>
              <a:buSzPts val="1400"/>
              <a:buFont typeface="Albert Sans"/>
              <a:buChar char="●"/>
            </a:pPr>
            <a:r>
              <a:rPr sz="1050">
                <a:latin typeface="Albert Sans"/>
              </a:rPr>
              <a:t>Empirical Köhler Curves</a:t>
            </a:r>
            <a:endParaRPr>
              <a:solidFill>
                <a:schemeClr val="dk1"/>
              </a:solidFill>
              <a:latin typeface="Albert Sans"/>
              <a:ea typeface="Albert Sans"/>
              <a:cs typeface="Albert Sans"/>
              <a:sym typeface="Albert Sans"/>
            </a:endParaRPr>
          </a:p>
          <a:p>
            <a:pPr indent="-317500" lvl="0" marL="285750" rtl="0" algn="l">
              <a:lnSpc>
                <a:spcPct val="115000"/>
              </a:lnSpc>
              <a:spcBef>
                <a:spcPts val="0"/>
              </a:spcBef>
              <a:spcAft>
                <a:spcPts val="0"/>
              </a:spcAft>
              <a:buClr>
                <a:schemeClr val="dk1"/>
              </a:buClr>
              <a:buSzPts val="1400"/>
              <a:buFont typeface="Albert Sans"/>
              <a:buChar char="●"/>
            </a:pPr>
            <a:r>
              <a:rPr sz="1050">
                <a:latin typeface="Albert Sans"/>
              </a:rPr>
              <a:t>Thermodynamic Moisture</a:t>
            </a:r>
            <a:endParaRPr>
              <a:solidFill>
                <a:schemeClr val="dk1"/>
              </a:solidFill>
              <a:latin typeface="Albert Sans"/>
              <a:ea typeface="Albert Sans"/>
              <a:cs typeface="Albert Sans"/>
              <a:sym typeface="Albert Sans"/>
            </a:endParaRPr>
          </a:p>
          <a:p>
            <a:pPr indent="-317500" lvl="0" marL="285750" rtl="0" algn="l">
              <a:lnSpc>
                <a:spcPct val="115000"/>
              </a:lnSpc>
              <a:spcBef>
                <a:spcPts val="0"/>
              </a:spcBef>
              <a:spcAft>
                <a:spcPts val="0"/>
              </a:spcAft>
              <a:buClr>
                <a:schemeClr val="dk1"/>
              </a:buClr>
              <a:buSzPts val="1400"/>
              <a:buFont typeface="Albert Sans"/>
              <a:buChar char="●"/>
            </a:pPr>
            <a:r>
              <a:rPr sz="1050">
                <a:latin typeface="Albert Sans"/>
              </a:rPr>
              <a:t>Harmattan Dust Ratios</a:t>
            </a:r>
            <a:endParaRPr>
              <a:solidFill>
                <a:schemeClr val="dk1"/>
              </a:solidFill>
              <a:latin typeface="Albert Sans"/>
              <a:ea typeface="Albert Sans"/>
              <a:cs typeface="Albert Sans"/>
              <a:sym typeface="Albert Sans"/>
            </a:endParaRPr>
          </a:p>
        </p:txBody>
      </p:sp>
      <p:cxnSp>
        <p:nvCxnSpPr>
          <p:cNvPr id="470" name="Google Shape;470;p50"/>
          <p:cNvCxnSpPr>
            <a:stCxn id="468" idx="2"/>
            <a:endCxn id="471" idx="0"/>
          </p:cNvCxnSpPr>
          <p:nvPr/>
        </p:nvCxnSpPr>
        <p:spPr>
          <a:xfrm rot="5400000">
            <a:off x="2959500" y="-153475"/>
            <a:ext cx="441300" cy="2783700"/>
          </a:xfrm>
          <a:prstGeom prst="bentConnector3">
            <a:avLst>
              <a:gd fmla="val 50000" name="adj1"/>
            </a:avLst>
          </a:prstGeom>
          <a:noFill/>
          <a:ln cap="flat" cmpd="sng" w="9525">
            <a:solidFill>
              <a:schemeClr val="dk1"/>
            </a:solidFill>
            <a:prstDash val="solid"/>
            <a:round/>
            <a:headEnd len="med" w="med" type="none"/>
            <a:tailEnd len="med" w="med" type="oval"/>
          </a:ln>
        </p:spPr>
      </p:cxnSp>
      <p:cxnSp>
        <p:nvCxnSpPr>
          <p:cNvPr id="472" name="Google Shape;472;p50"/>
          <p:cNvCxnSpPr>
            <a:stCxn id="468" idx="2"/>
            <a:endCxn id="473" idx="0"/>
          </p:cNvCxnSpPr>
          <p:nvPr/>
        </p:nvCxnSpPr>
        <p:spPr>
          <a:xfrm flipH="1" rot="-5400000">
            <a:off x="4977450" y="612275"/>
            <a:ext cx="441300" cy="1252200"/>
          </a:xfrm>
          <a:prstGeom prst="bentConnector3">
            <a:avLst>
              <a:gd fmla="val 50000" name="adj1"/>
            </a:avLst>
          </a:prstGeom>
          <a:noFill/>
          <a:ln cap="flat" cmpd="sng" w="9525">
            <a:solidFill>
              <a:schemeClr val="dk1"/>
            </a:solidFill>
            <a:prstDash val="solid"/>
            <a:round/>
            <a:headEnd len="med" w="med" type="none"/>
            <a:tailEnd len="med" w="med" type="oval"/>
          </a:ln>
        </p:spPr>
      </p:cxnSp>
      <p:sp>
        <p:nvSpPr>
          <p:cNvPr id="474" name="Google Shape;474;p50"/>
          <p:cNvSpPr txBox="1"/>
          <p:nvPr/>
        </p:nvSpPr>
        <p:spPr>
          <a:xfrm>
            <a:off x="3217500" y="3951575"/>
            <a:ext cx="5213400" cy="657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f(RH, γ) = pm25 · (1 - RH/100)^γ</a:t>
            </a:r>
            <a:endParaRPr>
              <a:solidFill>
                <a:schemeClr val="dk1"/>
              </a:solidFill>
              <a:latin typeface="Albert Sans"/>
              <a:ea typeface="Albert Sans"/>
              <a:cs typeface="Albert Sans"/>
              <a:sym typeface="Albert Sans"/>
            </a:endParaRPr>
          </a:p>
          <a:p>
            <a:r>
              <a:rPr sz="950">
                <a:latin typeface="Albert Sans"/>
              </a:rPr>
              <a:t>Multi-gamma formulation (γ = 0.05 to 0.50) explicitly corrects aerosol droplet swelling volume.</a:t>
            </a:r>
          </a:p>
        </p:txBody>
      </p:sp>
      <p:sp>
        <p:nvSpPr>
          <p:cNvPr id="475" name="Google Shape;475;p50"/>
          <p:cNvSpPr txBox="1"/>
          <p:nvPr/>
        </p:nvSpPr>
        <p:spPr>
          <a:xfrm>
            <a:off x="3217505" y="1910800"/>
            <a:ext cx="2599800" cy="3936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Theory 1: Köhler Swelling</a:t>
            </a:r>
            <a:endParaRPr b="1">
              <a:solidFill>
                <a:schemeClr val="dk1"/>
              </a:solidFill>
              <a:latin typeface="Poppins"/>
              <a:ea typeface="Poppins"/>
              <a:cs typeface="Poppins"/>
              <a:sym typeface="Poppins"/>
            </a:endParaRPr>
          </a:p>
        </p:txBody>
      </p:sp>
      <p:sp>
        <p:nvSpPr>
          <p:cNvPr id="476" name="Google Shape;476;p50"/>
          <p:cNvSpPr txBox="1"/>
          <p:nvPr/>
        </p:nvSpPr>
        <p:spPr>
          <a:xfrm>
            <a:off x="3217850" y="2213150"/>
            <a:ext cx="2599200" cy="984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e_s(T) = 0.61078 · exp(17.27·T / (T+237.3))</a:t>
            </a:r>
            <a:endParaRPr>
              <a:solidFill>
                <a:schemeClr val="dk1"/>
              </a:solidFill>
              <a:latin typeface="Albert Sans"/>
              <a:ea typeface="Albert Sans"/>
              <a:cs typeface="Albert Sans"/>
              <a:sym typeface="Albert Sans"/>
            </a:endParaRPr>
          </a:p>
          <a:p>
            <a:r>
              <a:rPr sz="950">
                <a:latin typeface="Albert Sans"/>
              </a:rPr>
              <a:t>VPD = e_s(T) · (1 - RH/100)   [kPa]</a:t>
            </a:r>
          </a:p>
          <a:p>
            <a:r>
              <a:rPr sz="950">
                <a:latin typeface="Albert Sans"/>
              </a:rPr>
              <a:t>AH = 216.7 · e_s(T) · (RH/100) / (T+273.15)</a:t>
            </a:r>
          </a:p>
        </p:txBody>
      </p:sp>
      <p:sp>
        <p:nvSpPr>
          <p:cNvPr id="477" name="Google Shape;477;p50"/>
          <p:cNvSpPr txBox="1"/>
          <p:nvPr/>
        </p:nvSpPr>
        <p:spPr>
          <a:xfrm>
            <a:off x="5831505" y="1910800"/>
            <a:ext cx="2599200" cy="3936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Theory 2: Thermodynamics</a:t>
            </a:r>
            <a:endParaRPr b="1">
              <a:solidFill>
                <a:schemeClr val="dk1"/>
              </a:solidFill>
              <a:latin typeface="Poppins"/>
              <a:ea typeface="Poppins"/>
              <a:cs typeface="Poppins"/>
              <a:sym typeface="Poppins"/>
            </a:endParaRPr>
          </a:p>
        </p:txBody>
      </p:sp>
      <p:sp>
        <p:nvSpPr>
          <p:cNvPr id="478" name="Google Shape;478;p50"/>
          <p:cNvSpPr txBox="1"/>
          <p:nvPr/>
        </p:nvSpPr>
        <p:spPr>
          <a:xfrm>
            <a:off x="5831871" y="2213150"/>
            <a:ext cx="2598900" cy="984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SPIME v4: Level 0 base learners stacked via L2 RidgeCV:</a:t>
            </a:r>
            <a:endParaRPr>
              <a:solidFill>
                <a:schemeClr val="dk1"/>
              </a:solidFill>
              <a:latin typeface="Albert Sans"/>
              <a:ea typeface="Albert Sans"/>
              <a:cs typeface="Albert Sans"/>
              <a:sym typeface="Albert Sans"/>
            </a:endParaRPr>
          </a:p>
          <a:p>
            <a:pPr indent="0" lvl="0" marL="0" rtl="0" algn="ctr">
              <a:lnSpc>
                <a:spcPct val="115000"/>
              </a:lnSpc>
              <a:spcBef>
                <a:spcPts val="0"/>
              </a:spcBef>
              <a:spcAft>
                <a:spcPts val="0"/>
              </a:spcAft>
              <a:buNone/>
            </a:pPr>
            <a:r>
              <a:rPr sz="950">
                <a:latin typeface="Albert Sans"/>
              </a:rPr>
              <a:t>min_w  ∑ [y_i - (w_0 + ∑ w_k · ŷ_{i,k})]^2 + α · ∑ w_k^2</a:t>
            </a:r>
            <a:endParaRPr>
              <a:solidFill>
                <a:schemeClr val="dk1"/>
              </a:solidFill>
              <a:latin typeface="Albert Sans"/>
              <a:ea typeface="Albert Sans"/>
              <a:cs typeface="Albert Sans"/>
              <a:sym typeface="Albert Sans"/>
            </a:endParaRPr>
          </a:p>
        </p:txBody>
      </p:sp>
      <p:sp>
        <p:nvSpPr>
          <p:cNvPr id="471" name="Google Shape;471;p50"/>
          <p:cNvSpPr/>
          <p:nvPr/>
        </p:nvSpPr>
        <p:spPr>
          <a:xfrm>
            <a:off x="713225" y="1459025"/>
            <a:ext cx="21501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300" b="1">
                <a:latin typeface="Poppins"/>
              </a:rPr>
              <a:t>Physical Inductive Bias</a:t>
            </a:r>
            <a:endParaRPr b="1" sz="2000">
              <a:solidFill>
                <a:schemeClr val="lt1"/>
              </a:solidFill>
              <a:latin typeface="Poppins"/>
              <a:ea typeface="Poppins"/>
              <a:cs typeface="Poppins"/>
              <a:sym typeface="Poppins"/>
            </a:endParaRPr>
          </a:p>
        </p:txBody>
      </p:sp>
      <p:sp>
        <p:nvSpPr>
          <p:cNvPr id="473" name="Google Shape;473;p50"/>
          <p:cNvSpPr/>
          <p:nvPr/>
        </p:nvSpPr>
        <p:spPr>
          <a:xfrm>
            <a:off x="3217500" y="1459025"/>
            <a:ext cx="52134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chemeClr val="lt1"/>
                </a:solidFill>
                <a:latin typeface="Poppins"/>
                <a:ea typeface="Poppins"/>
                <a:cs typeface="Poppins"/>
                <a:sym typeface="Poppins"/>
              </a:rPr>
              <a:t>Relevant theories</a:t>
            </a:r>
            <a:endParaRPr b="1" sz="2000">
              <a:solidFill>
                <a:schemeClr val="lt1"/>
              </a:solidFill>
              <a:latin typeface="Poppins"/>
              <a:ea typeface="Poppins"/>
              <a:cs typeface="Poppins"/>
              <a:sym typeface="Poppins"/>
            </a:endParaRPr>
          </a:p>
        </p:txBody>
      </p:sp>
      <p:sp>
        <p:nvSpPr>
          <p:cNvPr id="479" name="Google Shape;479;p50"/>
          <p:cNvSpPr/>
          <p:nvPr/>
        </p:nvSpPr>
        <p:spPr>
          <a:xfrm>
            <a:off x="3217500" y="3528875"/>
            <a:ext cx="52134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300" b="1">
                <a:latin typeface="Poppins"/>
              </a:rPr>
              <a:t>Our Stacking Framework</a:t>
            </a:r>
            <a:endParaRPr b="1" sz="2000">
              <a:solidFill>
                <a:schemeClr val="lt1"/>
              </a:solidFill>
              <a:latin typeface="Poppins"/>
              <a:ea typeface="Poppins"/>
              <a:cs typeface="Poppins"/>
              <a:sym typeface="Poppins"/>
            </a:endParaRPr>
          </a:p>
        </p:txBody>
      </p:sp>
      <p:cxnSp>
        <p:nvCxnSpPr>
          <p:cNvPr id="480" name="Google Shape;480;p50"/>
          <p:cNvCxnSpPr>
            <a:stCxn id="476" idx="2"/>
            <a:endCxn id="479" idx="0"/>
          </p:cNvCxnSpPr>
          <p:nvPr/>
        </p:nvCxnSpPr>
        <p:spPr>
          <a:xfrm flipH="1" rot="-5400000">
            <a:off x="5005100" y="2709800"/>
            <a:ext cx="331500" cy="1306800"/>
          </a:xfrm>
          <a:prstGeom prst="bentConnector3">
            <a:avLst>
              <a:gd fmla="val 49989" name="adj1"/>
            </a:avLst>
          </a:prstGeom>
          <a:noFill/>
          <a:ln cap="flat" cmpd="sng" w="9525">
            <a:solidFill>
              <a:schemeClr val="dk1"/>
            </a:solidFill>
            <a:prstDash val="solid"/>
            <a:round/>
            <a:headEnd len="med" w="med" type="none"/>
            <a:tailEnd len="med" w="med" type="oval"/>
          </a:ln>
        </p:spPr>
      </p:cxnSp>
      <p:cxnSp>
        <p:nvCxnSpPr>
          <p:cNvPr id="481" name="Google Shape;481;p50"/>
          <p:cNvCxnSpPr>
            <a:stCxn id="478" idx="2"/>
            <a:endCxn id="479" idx="0"/>
          </p:cNvCxnSpPr>
          <p:nvPr/>
        </p:nvCxnSpPr>
        <p:spPr>
          <a:xfrm rot="5400000">
            <a:off x="6312021" y="2709650"/>
            <a:ext cx="331500" cy="1307100"/>
          </a:xfrm>
          <a:prstGeom prst="bentConnector3">
            <a:avLst>
              <a:gd fmla="val 49989" name="adj1"/>
            </a:avLst>
          </a:prstGeom>
          <a:noFill/>
          <a:ln cap="flat" cmpd="sng" w="9525">
            <a:solidFill>
              <a:schemeClr val="dk1"/>
            </a:solidFill>
            <a:prstDash val="solid"/>
            <a:round/>
            <a:headEnd len="med" w="med" type="none"/>
            <a:tailEnd len="med" w="med" type="oval"/>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000" b="1">
                <a:latin typeface="Poppins"/>
              </a:rPr>
              <a:t>Project Implementation Pipeline &amp; Milestones</a:t>
            </a:r>
            <a:endParaRPr/>
          </a:p>
        </p:txBody>
      </p:sp>
      <p:graphicFrame>
        <p:nvGraphicFramePr>
          <p:cNvPr id="487" name="Google Shape;487;p51"/>
          <p:cNvGraphicFramePr/>
          <p:nvPr/>
        </p:nvGraphicFramePr>
        <p:xfrm>
          <a:off x="713263" y="1078074"/>
          <a:ext cx="3000000" cy="3000000"/>
        </p:xfrm>
        <a:graphic>
          <a:graphicData uri="http://schemas.openxmlformats.org/drawingml/2006/table">
            <a:tbl>
              <a:tblPr>
                <a:noFill/>
                <a:tableStyleId>{616F86E6-8DA3-4E69-B831-3E0220ED793E}</a:tableStyleId>
              </a:tblPr>
              <a:tblGrid>
                <a:gridCol w="923125"/>
                <a:gridCol w="1503300"/>
                <a:gridCol w="900400"/>
                <a:gridCol w="550725"/>
                <a:gridCol w="550725"/>
                <a:gridCol w="550725"/>
                <a:gridCol w="550725"/>
                <a:gridCol w="550725"/>
                <a:gridCol w="550725"/>
                <a:gridCol w="1072850"/>
              </a:tblGrid>
              <a:tr h="437300">
                <a:tc>
                  <a:txBody>
                    <a:bodyPr/>
                    <a:lstStyle/>
                    <a:p>
                      <a:pPr indent="0" lvl="0" marL="0" rtl="0" algn="l">
                        <a:lnSpc>
                          <a:spcPct val="115000"/>
                        </a:lnSpc>
                        <a:spcBef>
                          <a:spcPts val="0"/>
                        </a:spcBef>
                        <a:spcAft>
                          <a:spcPts val="0"/>
                        </a:spcAft>
                        <a:buNone/>
                      </a:pPr>
                      <a:r>
                        <a:rPr b="1" lang="en">
                          <a:solidFill>
                            <a:schemeClr val="lt1"/>
                          </a:solidFill>
                          <a:latin typeface="Poppins"/>
                          <a:ea typeface="Poppins"/>
                          <a:cs typeface="Poppins"/>
                          <a:sym typeface="Poppins"/>
                        </a:rPr>
                        <a:t>Task</a:t>
                      </a:r>
                      <a:endParaRPr b="1">
                        <a:solidFill>
                          <a:schemeClr val="lt1"/>
                        </a:solidFill>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b="1" lang="en">
                          <a:solidFill>
                            <a:schemeClr val="lt1"/>
                          </a:solidFill>
                          <a:latin typeface="Poppins"/>
                          <a:ea typeface="Poppins"/>
                          <a:cs typeface="Poppins"/>
                          <a:sym typeface="Poppins"/>
                        </a:rPr>
                        <a:t>Description</a:t>
                      </a:r>
                      <a:endParaRPr b="1">
                        <a:solidFill>
                          <a:schemeClr val="lt1"/>
                        </a:solidFill>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b="1" lang="en">
                          <a:solidFill>
                            <a:schemeClr val="lt1"/>
                          </a:solidFill>
                          <a:latin typeface="Poppins"/>
                          <a:ea typeface="Poppins"/>
                          <a:cs typeface="Poppins"/>
                          <a:sym typeface="Poppins"/>
                        </a:rPr>
                        <a:t>Date</a:t>
                      </a:r>
                      <a:endParaRPr b="1">
                        <a:solidFill>
                          <a:schemeClr val="lt1"/>
                        </a:solidFill>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chemeClr val="lt1"/>
                          </a:solidFill>
                          <a:latin typeface="Poppins"/>
                          <a:ea typeface="Poppins"/>
                          <a:cs typeface="Poppins"/>
                          <a:sym typeface="Poppins"/>
                        </a:rPr>
                        <a:t>Jan</a:t>
                      </a:r>
                      <a:endParaRPr b="1">
                        <a:solidFill>
                          <a:schemeClr val="lt1"/>
                        </a:solidFill>
                        <a:latin typeface="Poppins"/>
                        <a:ea typeface="Poppins"/>
                        <a:cs typeface="Poppins"/>
                        <a:sym typeface="Poppins"/>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chemeClr val="lt1"/>
                          </a:solidFill>
                          <a:latin typeface="Poppins"/>
                          <a:ea typeface="Poppins"/>
                          <a:cs typeface="Poppins"/>
                          <a:sym typeface="Poppins"/>
                        </a:rPr>
                        <a:t>Feb</a:t>
                      </a:r>
                      <a:endParaRPr b="1">
                        <a:solidFill>
                          <a:schemeClr val="lt1"/>
                        </a:solidFill>
                        <a:latin typeface="Poppins"/>
                        <a:ea typeface="Poppins"/>
                        <a:cs typeface="Poppins"/>
                        <a:sym typeface="Poppins"/>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chemeClr val="lt1"/>
                          </a:solidFill>
                          <a:latin typeface="Poppins"/>
                          <a:ea typeface="Poppins"/>
                          <a:cs typeface="Poppins"/>
                          <a:sym typeface="Poppins"/>
                        </a:rPr>
                        <a:t>Mar</a:t>
                      </a:r>
                      <a:endParaRPr b="1">
                        <a:solidFill>
                          <a:schemeClr val="lt1"/>
                        </a:solidFill>
                        <a:latin typeface="Poppins"/>
                        <a:ea typeface="Poppins"/>
                        <a:cs typeface="Poppins"/>
                        <a:sym typeface="Poppins"/>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chemeClr val="lt1"/>
                          </a:solidFill>
                          <a:latin typeface="Poppins"/>
                          <a:ea typeface="Poppins"/>
                          <a:cs typeface="Poppins"/>
                          <a:sym typeface="Poppins"/>
                        </a:rPr>
                        <a:t>Apr</a:t>
                      </a:r>
                      <a:endParaRPr b="1">
                        <a:solidFill>
                          <a:schemeClr val="lt1"/>
                        </a:solidFill>
                        <a:latin typeface="Poppins"/>
                        <a:ea typeface="Poppins"/>
                        <a:cs typeface="Poppins"/>
                        <a:sym typeface="Poppins"/>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chemeClr val="lt1"/>
                          </a:solidFill>
                          <a:latin typeface="Poppins"/>
                          <a:ea typeface="Poppins"/>
                          <a:cs typeface="Poppins"/>
                          <a:sym typeface="Poppins"/>
                        </a:rPr>
                        <a:t>May</a:t>
                      </a:r>
                      <a:endParaRPr b="1">
                        <a:solidFill>
                          <a:schemeClr val="lt1"/>
                        </a:solidFill>
                        <a:latin typeface="Poppins"/>
                        <a:ea typeface="Poppins"/>
                        <a:cs typeface="Poppins"/>
                        <a:sym typeface="Poppins"/>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chemeClr val="lt1"/>
                          </a:solidFill>
                          <a:latin typeface="Poppins"/>
                          <a:ea typeface="Poppins"/>
                          <a:cs typeface="Poppins"/>
                          <a:sym typeface="Poppins"/>
                        </a:rPr>
                        <a:t>Jun</a:t>
                      </a:r>
                      <a:endParaRPr b="1">
                        <a:solidFill>
                          <a:schemeClr val="lt1"/>
                        </a:solidFill>
                        <a:latin typeface="Poppins"/>
                        <a:ea typeface="Poppins"/>
                        <a:cs typeface="Poppins"/>
                        <a:sym typeface="Poppins"/>
                      </a:endParaRPr>
                    </a:p>
                  </a:txBody>
                  <a:tcPr marT="91425" marB="91425"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b="1" lang="en">
                          <a:solidFill>
                            <a:schemeClr val="lt1"/>
                          </a:solidFill>
                          <a:latin typeface="Poppins"/>
                          <a:ea typeface="Poppins"/>
                          <a:cs typeface="Poppins"/>
                          <a:sym typeface="Poppins"/>
                        </a:rPr>
                        <a:t>Status</a:t>
                      </a:r>
                      <a:endParaRPr b="1">
                        <a:solidFill>
                          <a:schemeClr val="lt1"/>
                        </a:solidFill>
                        <a:latin typeface="Poppins"/>
                        <a:ea typeface="Poppins"/>
                        <a:cs typeface="Poppins"/>
                        <a:sym typeface="Poppi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613675">
                <a:tc>
                  <a:txBody>
                    <a:bodyPr/>
                    <a:lstStyle/>
                    <a:p>
                      <a:r>
                        <a:rPr sz="950">
                          <a:latin typeface="Albert Sans"/>
                        </a:rPr>
                        <a:t>Task 1</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Co-Location &amp; Telemetry Ingestion (Afri-SET)</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2024–2025</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950">
                          <a:latin typeface="Albert Sans"/>
                        </a:rPr>
                        <a:t>Complete</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13675">
                <a:tc>
                  <a:txBody>
                    <a:bodyPr/>
                    <a:lstStyle/>
                    <a:p>
                      <a:r>
                        <a:rPr sz="950">
                          <a:latin typeface="Albert Sans"/>
                        </a:rPr>
                        <a:t>Task 2</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Data Cleaning, Imputation &amp; Synchronization</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Q1 2025</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950">
                          <a:latin typeface="Albert Sans"/>
                        </a:rPr>
                        <a:t>Complete</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13675">
                <a:tc>
                  <a:txBody>
                    <a:bodyPr/>
                    <a:lstStyle/>
                    <a:p>
                      <a:r>
                        <a:rPr sz="950">
                          <a:latin typeface="Albert Sans"/>
                        </a:rPr>
                        <a:t>Task 3</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75-D Physics-Informed Feature Space Engineering</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Q2 2025</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950">
                          <a:latin typeface="Albert Sans"/>
                        </a:rPr>
                        <a:t>Complete</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13675">
                <a:tc>
                  <a:txBody>
                    <a:bodyPr/>
                    <a:lstStyle/>
                    <a:p>
                      <a:r>
                        <a:rPr sz="950">
                          <a:latin typeface="Albert Sans"/>
                        </a:rPr>
                        <a:t>Task 4</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5-Fold Out-of-Fold Hierarchical Stacking (SPIME v4)</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Q3 2025</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r>
                        <a:rPr sz="950">
                          <a:latin typeface="Albert Sans"/>
                        </a:rPr>
                        <a:t>Complete</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13675">
                <a:tc>
                  <a:txBody>
                    <a:bodyPr/>
                    <a:lstStyle/>
                    <a:p>
                      <a:r>
                        <a:rPr sz="950">
                          <a:latin typeface="Albert Sans"/>
                        </a:rPr>
                        <a:t>Task 5</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6-Month Holdout Benchmark &amp; Cloud Docker Deployment</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r>
                        <a:rPr sz="950">
                          <a:latin typeface="Albert Sans"/>
                        </a:rPr>
                        <a:t>Q4 2025 - Q1 2026</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2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r>
                        <a:rPr sz="950">
                          <a:latin typeface="Albert Sans"/>
                        </a:rPr>
                        <a:t>Complete</a:t>
                      </a: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2"/>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None/>
            </a:pPr>
            <a:r>
              <a:rPr sz="2000" b="1">
                <a:latin typeface="Poppins"/>
              </a:rPr>
              <a:t>Research Methodology &amp; Experimental Design</a:t>
            </a:r>
            <a:endParaRPr/>
          </a:p>
        </p:txBody>
      </p:sp>
      <p:sp>
        <p:nvSpPr>
          <p:cNvPr id="493" name="Google Shape;493;p52"/>
          <p:cNvSpPr txBox="1"/>
          <p:nvPr/>
        </p:nvSpPr>
        <p:spPr>
          <a:xfrm>
            <a:off x="4846325" y="1199450"/>
            <a:ext cx="3577800" cy="704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sz="950">
                <a:latin typeface="Albert Sans"/>
              </a:rPr>
              <a:t>Hierarchical Stacking Meta-Ensemble (SPIME v4) combining diverse tree paradigms via an L2 RidgeCV meta-regressor.</a:t>
            </a:r>
            <a:endParaRPr>
              <a:solidFill>
                <a:schemeClr val="dk1"/>
              </a:solidFill>
              <a:latin typeface="Albert Sans"/>
              <a:ea typeface="Albert Sans"/>
              <a:cs typeface="Albert Sans"/>
              <a:sym typeface="Albert Sans"/>
            </a:endParaRPr>
          </a:p>
        </p:txBody>
      </p:sp>
      <p:cxnSp>
        <p:nvCxnSpPr>
          <p:cNvPr id="494" name="Google Shape;494;p52"/>
          <p:cNvCxnSpPr>
            <a:stCxn id="495" idx="2"/>
            <a:endCxn id="496" idx="1"/>
          </p:cNvCxnSpPr>
          <p:nvPr/>
        </p:nvCxnSpPr>
        <p:spPr>
          <a:xfrm flipH="1" rot="10800000">
            <a:off x="1135913" y="1551538"/>
            <a:ext cx="600300" cy="1328700"/>
          </a:xfrm>
          <a:prstGeom prst="bentConnector3">
            <a:avLst>
              <a:gd fmla="val 50008" name="adj1"/>
            </a:avLst>
          </a:prstGeom>
          <a:noFill/>
          <a:ln cap="flat" cmpd="sng" w="9525">
            <a:solidFill>
              <a:schemeClr val="dk1"/>
            </a:solidFill>
            <a:prstDash val="solid"/>
            <a:round/>
            <a:headEnd len="med" w="med" type="none"/>
            <a:tailEnd len="med" w="med" type="oval"/>
          </a:ln>
        </p:spPr>
      </p:cxnSp>
      <p:cxnSp>
        <p:nvCxnSpPr>
          <p:cNvPr id="497" name="Google Shape;497;p52"/>
          <p:cNvCxnSpPr>
            <a:stCxn id="495" idx="2"/>
            <a:endCxn id="498" idx="1"/>
          </p:cNvCxnSpPr>
          <p:nvPr/>
        </p:nvCxnSpPr>
        <p:spPr>
          <a:xfrm>
            <a:off x="1135913" y="2880238"/>
            <a:ext cx="600300" cy="1328700"/>
          </a:xfrm>
          <a:prstGeom prst="bentConnector3">
            <a:avLst>
              <a:gd fmla="val 50008" name="adj1"/>
            </a:avLst>
          </a:prstGeom>
          <a:noFill/>
          <a:ln cap="flat" cmpd="sng" w="9525">
            <a:solidFill>
              <a:schemeClr val="dk1"/>
            </a:solidFill>
            <a:prstDash val="solid"/>
            <a:round/>
            <a:headEnd len="med" w="med" type="none"/>
            <a:tailEnd len="med" w="med" type="oval"/>
          </a:ln>
        </p:spPr>
      </p:cxnSp>
      <p:cxnSp>
        <p:nvCxnSpPr>
          <p:cNvPr id="499" name="Google Shape;499;p52"/>
          <p:cNvCxnSpPr>
            <a:stCxn id="495" idx="2"/>
            <a:endCxn id="500" idx="1"/>
          </p:cNvCxnSpPr>
          <p:nvPr/>
        </p:nvCxnSpPr>
        <p:spPr>
          <a:xfrm flipH="1" rot="10800000">
            <a:off x="1135913" y="2437438"/>
            <a:ext cx="600300" cy="442800"/>
          </a:xfrm>
          <a:prstGeom prst="bentConnector3">
            <a:avLst>
              <a:gd fmla="val 50008" name="adj1"/>
            </a:avLst>
          </a:prstGeom>
          <a:noFill/>
          <a:ln cap="flat" cmpd="sng" w="9525">
            <a:solidFill>
              <a:schemeClr val="dk1"/>
            </a:solidFill>
            <a:prstDash val="solid"/>
            <a:round/>
            <a:headEnd len="med" w="med" type="none"/>
            <a:tailEnd len="med" w="med" type="oval"/>
          </a:ln>
        </p:spPr>
      </p:cxnSp>
      <p:cxnSp>
        <p:nvCxnSpPr>
          <p:cNvPr id="501" name="Google Shape;501;p52"/>
          <p:cNvCxnSpPr>
            <a:stCxn id="495" idx="2"/>
            <a:endCxn id="502" idx="1"/>
          </p:cNvCxnSpPr>
          <p:nvPr/>
        </p:nvCxnSpPr>
        <p:spPr>
          <a:xfrm>
            <a:off x="1135913" y="2880238"/>
            <a:ext cx="600300" cy="442800"/>
          </a:xfrm>
          <a:prstGeom prst="bentConnector3">
            <a:avLst>
              <a:gd fmla="val 50008" name="adj1"/>
            </a:avLst>
          </a:prstGeom>
          <a:noFill/>
          <a:ln cap="flat" cmpd="sng" w="9525">
            <a:solidFill>
              <a:schemeClr val="dk1"/>
            </a:solidFill>
            <a:prstDash val="solid"/>
            <a:round/>
            <a:headEnd len="med" w="med" type="none"/>
            <a:tailEnd len="med" w="med" type="oval"/>
          </a:ln>
        </p:spPr>
      </p:cxnSp>
      <p:sp>
        <p:nvSpPr>
          <p:cNvPr id="495" name="Google Shape;495;p52"/>
          <p:cNvSpPr/>
          <p:nvPr/>
        </p:nvSpPr>
        <p:spPr>
          <a:xfrm rot="-5400000">
            <a:off x="-150487" y="2668888"/>
            <a:ext cx="21501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Calibration Method</a:t>
            </a:r>
            <a:endParaRPr b="1" sz="2000">
              <a:solidFill>
                <a:schemeClr val="lt1"/>
              </a:solidFill>
              <a:latin typeface="Poppins"/>
              <a:ea typeface="Poppins"/>
              <a:cs typeface="Poppins"/>
              <a:sym typeface="Poppins"/>
            </a:endParaRPr>
          </a:p>
        </p:txBody>
      </p:sp>
      <p:sp>
        <p:nvSpPr>
          <p:cNvPr id="496" name="Google Shape;496;p52"/>
          <p:cNvSpPr/>
          <p:nvPr/>
        </p:nvSpPr>
        <p:spPr>
          <a:xfrm>
            <a:off x="1736304" y="1340150"/>
            <a:ext cx="28356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Type of Telemetry</a:t>
            </a:r>
            <a:endParaRPr b="1" sz="2000">
              <a:solidFill>
                <a:schemeClr val="lt1"/>
              </a:solidFill>
              <a:latin typeface="Poppins"/>
              <a:ea typeface="Poppins"/>
              <a:cs typeface="Poppins"/>
              <a:sym typeface="Poppins"/>
            </a:endParaRPr>
          </a:p>
        </p:txBody>
      </p:sp>
      <p:sp>
        <p:nvSpPr>
          <p:cNvPr id="503" name="Google Shape;503;p52"/>
          <p:cNvSpPr txBox="1"/>
          <p:nvPr/>
        </p:nvSpPr>
        <p:spPr>
          <a:xfrm>
            <a:off x="4846325" y="2085275"/>
            <a:ext cx="3577800" cy="704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sz="950">
                <a:latin typeface="Albert Sans"/>
              </a:rPr>
              <a:t>Synchronized hourly environmental data (PM1, PM2.5, PM10, RH, Temperature, Atmospheric Pressure, and gas species).</a:t>
            </a:r>
            <a:endParaRPr>
              <a:solidFill>
                <a:schemeClr val="dk1"/>
              </a:solidFill>
              <a:latin typeface="Albert Sans"/>
              <a:ea typeface="Albert Sans"/>
              <a:cs typeface="Albert Sans"/>
              <a:sym typeface="Albert Sans"/>
            </a:endParaRPr>
          </a:p>
        </p:txBody>
      </p:sp>
      <p:sp>
        <p:nvSpPr>
          <p:cNvPr id="500" name="Google Shape;500;p52"/>
          <p:cNvSpPr/>
          <p:nvPr/>
        </p:nvSpPr>
        <p:spPr>
          <a:xfrm>
            <a:off x="1736304" y="2225975"/>
            <a:ext cx="28356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Validation Protocol</a:t>
            </a:r>
            <a:endParaRPr b="1" sz="2000">
              <a:solidFill>
                <a:schemeClr val="lt1"/>
              </a:solidFill>
              <a:latin typeface="Poppins"/>
              <a:ea typeface="Poppins"/>
              <a:cs typeface="Poppins"/>
              <a:sym typeface="Poppins"/>
            </a:endParaRPr>
          </a:p>
        </p:txBody>
      </p:sp>
      <p:sp>
        <p:nvSpPr>
          <p:cNvPr id="504" name="Google Shape;504;p52"/>
          <p:cNvSpPr txBox="1"/>
          <p:nvPr/>
        </p:nvSpPr>
        <p:spPr>
          <a:xfrm>
            <a:off x="4846325" y="2971100"/>
            <a:ext cx="3577800" cy="704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sz="950">
                <a:latin typeface="Albert Sans"/>
              </a:rPr>
              <a:t>Strict chronological partitioning with untouched 6-month out-of-sample holdout (3,468 hourly records) to prevent autocorrelation leakage.</a:t>
            </a:r>
            <a:endParaRPr>
              <a:solidFill>
                <a:schemeClr val="dk1"/>
              </a:solidFill>
              <a:latin typeface="Albert Sans"/>
              <a:ea typeface="Albert Sans"/>
              <a:cs typeface="Albert Sans"/>
              <a:sym typeface="Albert Sans"/>
            </a:endParaRPr>
          </a:p>
        </p:txBody>
      </p:sp>
      <p:sp>
        <p:nvSpPr>
          <p:cNvPr id="502" name="Google Shape;502;p52"/>
          <p:cNvSpPr/>
          <p:nvPr/>
        </p:nvSpPr>
        <p:spPr>
          <a:xfrm>
            <a:off x="1736304" y="3111800"/>
            <a:ext cx="28356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Facility Platform</a:t>
            </a:r>
            <a:endParaRPr b="1" sz="2000">
              <a:solidFill>
                <a:schemeClr val="lt1"/>
              </a:solidFill>
              <a:latin typeface="Poppins"/>
              <a:ea typeface="Poppins"/>
              <a:cs typeface="Poppins"/>
              <a:sym typeface="Poppins"/>
            </a:endParaRPr>
          </a:p>
        </p:txBody>
      </p:sp>
      <p:sp>
        <p:nvSpPr>
          <p:cNvPr id="505" name="Google Shape;505;p52"/>
          <p:cNvSpPr txBox="1"/>
          <p:nvPr/>
        </p:nvSpPr>
        <p:spPr>
          <a:xfrm>
            <a:off x="4846325" y="3856925"/>
            <a:ext cx="3577800" cy="704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sz="950">
                <a:latin typeface="Albert Sans"/>
              </a:rPr>
              <a:t>African Sensor Evaluation and Training Facility (Afri-SET), Department of Physics, University of Ghana, Legon.</a:t>
            </a:r>
            <a:endParaRPr>
              <a:solidFill>
                <a:schemeClr val="dk1"/>
              </a:solidFill>
              <a:latin typeface="Albert Sans"/>
              <a:ea typeface="Albert Sans"/>
              <a:cs typeface="Albert Sans"/>
              <a:sym typeface="Albert Sans"/>
            </a:endParaRPr>
          </a:p>
        </p:txBody>
      </p:sp>
      <p:sp>
        <p:nvSpPr>
          <p:cNvPr id="498" name="Google Shape;498;p52"/>
          <p:cNvSpPr/>
          <p:nvPr/>
        </p:nvSpPr>
        <p:spPr>
          <a:xfrm>
            <a:off x="1736304" y="3997625"/>
            <a:ext cx="28356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chemeClr val="lt1"/>
                </a:solidFill>
                <a:latin typeface="Poppins"/>
                <a:ea typeface="Poppins"/>
                <a:cs typeface="Poppins"/>
                <a:sym typeface="Poppins"/>
              </a:rPr>
              <a:t>Specific sampling</a:t>
            </a:r>
            <a:endParaRPr b="1" sz="2000">
              <a:solidFill>
                <a:schemeClr val="lt1"/>
              </a:solidFill>
              <a:latin typeface="Poppins"/>
              <a:ea typeface="Poppins"/>
              <a:cs typeface="Poppins"/>
              <a:sym typeface="Poppins"/>
            </a:endParaRPr>
          </a:p>
        </p:txBody>
      </p:sp>
      <p:cxnSp>
        <p:nvCxnSpPr>
          <p:cNvPr id="506" name="Google Shape;506;p52"/>
          <p:cNvCxnSpPr>
            <a:stCxn id="496" idx="3"/>
            <a:endCxn id="493" idx="1"/>
          </p:cNvCxnSpPr>
          <p:nvPr/>
        </p:nvCxnSpPr>
        <p:spPr>
          <a:xfrm>
            <a:off x="4571904" y="1551500"/>
            <a:ext cx="274500" cy="0"/>
          </a:xfrm>
          <a:prstGeom prst="straightConnector1">
            <a:avLst/>
          </a:prstGeom>
          <a:noFill/>
          <a:ln cap="flat" cmpd="sng" w="9525">
            <a:solidFill>
              <a:schemeClr val="dk1"/>
            </a:solidFill>
            <a:prstDash val="solid"/>
            <a:round/>
            <a:headEnd len="med" w="med" type="none"/>
            <a:tailEnd len="med" w="med" type="oval"/>
          </a:ln>
        </p:spPr>
      </p:cxnSp>
      <p:cxnSp>
        <p:nvCxnSpPr>
          <p:cNvPr id="507" name="Google Shape;507;p52"/>
          <p:cNvCxnSpPr>
            <a:stCxn id="500" idx="3"/>
            <a:endCxn id="503" idx="1"/>
          </p:cNvCxnSpPr>
          <p:nvPr/>
        </p:nvCxnSpPr>
        <p:spPr>
          <a:xfrm>
            <a:off x="4571904" y="2437325"/>
            <a:ext cx="274500" cy="0"/>
          </a:xfrm>
          <a:prstGeom prst="straightConnector1">
            <a:avLst/>
          </a:prstGeom>
          <a:noFill/>
          <a:ln cap="flat" cmpd="sng" w="9525">
            <a:solidFill>
              <a:schemeClr val="dk1"/>
            </a:solidFill>
            <a:prstDash val="solid"/>
            <a:round/>
            <a:headEnd len="med" w="med" type="none"/>
            <a:tailEnd len="med" w="med" type="oval"/>
          </a:ln>
        </p:spPr>
      </p:cxnSp>
      <p:cxnSp>
        <p:nvCxnSpPr>
          <p:cNvPr id="508" name="Google Shape;508;p52"/>
          <p:cNvCxnSpPr>
            <a:stCxn id="502" idx="3"/>
            <a:endCxn id="504" idx="1"/>
          </p:cNvCxnSpPr>
          <p:nvPr/>
        </p:nvCxnSpPr>
        <p:spPr>
          <a:xfrm>
            <a:off x="4571904" y="3323150"/>
            <a:ext cx="274500" cy="0"/>
          </a:xfrm>
          <a:prstGeom prst="straightConnector1">
            <a:avLst/>
          </a:prstGeom>
          <a:noFill/>
          <a:ln cap="flat" cmpd="sng" w="9525">
            <a:solidFill>
              <a:schemeClr val="dk1"/>
            </a:solidFill>
            <a:prstDash val="solid"/>
            <a:round/>
            <a:headEnd len="med" w="med" type="none"/>
            <a:tailEnd len="med" w="med" type="oval"/>
          </a:ln>
        </p:spPr>
      </p:cxnSp>
      <p:cxnSp>
        <p:nvCxnSpPr>
          <p:cNvPr id="509" name="Google Shape;509;p52"/>
          <p:cNvCxnSpPr>
            <a:stCxn id="498" idx="3"/>
            <a:endCxn id="505" idx="1"/>
          </p:cNvCxnSpPr>
          <p:nvPr/>
        </p:nvCxnSpPr>
        <p:spPr>
          <a:xfrm>
            <a:off x="4571904" y="4208975"/>
            <a:ext cx="274500" cy="0"/>
          </a:xfrm>
          <a:prstGeom prst="straightConnector1">
            <a:avLst/>
          </a:prstGeom>
          <a:noFill/>
          <a:ln cap="flat" cmpd="sng" w="9525">
            <a:solidFill>
              <a:schemeClr val="dk1"/>
            </a:solidFill>
            <a:prstDash val="solid"/>
            <a:round/>
            <a:headEnd len="med" w="med" type="none"/>
            <a:tailEnd len="med" w="med" type="oval"/>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000" b="1">
                <a:latin typeface="Poppins"/>
              </a:rPr>
              <a:t>Model Architecture: Multi-Stage Stacking Meta-Ensemble</a:t>
            </a:r>
            <a:endParaRPr/>
          </a:p>
        </p:txBody>
      </p:sp>
      <p:sp>
        <p:nvSpPr>
          <p:cNvPr id="515" name="Google Shape;515;p53"/>
          <p:cNvSpPr txBox="1"/>
          <p:nvPr>
            <p:ph idx="1" type="subTitle"/>
          </p:nvPr>
        </p:nvSpPr>
        <p:spPr>
          <a:xfrm>
            <a:off x="720000" y="3555900"/>
            <a:ext cx="7704000" cy="9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sz="1000">
                <a:latin typeface="Albert Sans"/>
              </a:rPr>
              <a:t>Random Forest: Deep bootstrap bagging reduces variance.</a:t>
            </a:r>
            <a:endParaRPr/>
          </a:p>
          <a:p>
            <a:pPr indent="-317500" lvl="0" marL="457200" rtl="0" algn="l">
              <a:spcBef>
                <a:spcPts val="0"/>
              </a:spcBef>
              <a:spcAft>
                <a:spcPts val="0"/>
              </a:spcAft>
              <a:buSzPts val="1400"/>
              <a:buChar char="●"/>
            </a:pPr>
            <a:r>
              <a:rPr sz="1000">
                <a:latin typeface="Albert Sans"/>
              </a:rPr>
              <a:t>ExtraTrees: Randomized cut points improve feature diversity.</a:t>
            </a:r>
            <a:endParaRPr/>
          </a:p>
          <a:p>
            <a:pPr indent="-317500" lvl="0" marL="457200" rtl="0" algn="l">
              <a:spcBef>
                <a:spcPts val="0"/>
              </a:spcBef>
              <a:spcAft>
                <a:spcPts val="0"/>
              </a:spcAft>
              <a:buSzPts val="1400"/>
              <a:buChar char="●"/>
            </a:pPr>
            <a:r>
              <a:rPr sz="1000">
                <a:latin typeface="Albert Sans"/>
              </a:rPr>
              <a:t>LightGBM: Gradient boosting for non-linear residual correction.</a:t>
            </a:r>
            <a:endParaRPr/>
          </a:p>
          <a:p>
            <a:r>
              <a:rPr sz="1000">
                <a:latin typeface="Albert Sans"/>
              </a:rPr>
              <a:t>HistGradientBoosting: Fast integer binning handles edge extremes.</a:t>
            </a:r>
          </a:p>
          <a:p>
            <a:r>
              <a:rPr sz="1000">
                <a:latin typeface="Albert Sans"/>
              </a:rPr>
              <a:t>Trained with 5-Fold out-of-fold cross-validation.</a:t>
            </a:r>
          </a:p>
        </p:txBody>
      </p:sp>
      <p:sp>
        <p:nvSpPr>
          <p:cNvPr id="516" name="Google Shape;516;p53"/>
          <p:cNvSpPr txBox="1"/>
          <p:nvPr>
            <p:ph idx="2" type="subTitle"/>
          </p:nvPr>
        </p:nvSpPr>
        <p:spPr>
          <a:xfrm>
            <a:off x="720000" y="1888700"/>
            <a:ext cx="7704000" cy="928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sz="1000">
                <a:latin typeface="Albert Sans"/>
              </a:rPr>
              <a:t>L2-Regularized RidgeCV Meta-Regressor:</a:t>
            </a:r>
            <a:endParaRPr/>
          </a:p>
          <a:p>
            <a:pPr indent="-317500" lvl="0" marL="457200" rtl="0" algn="l">
              <a:spcBef>
                <a:spcPts val="0"/>
              </a:spcBef>
              <a:spcAft>
                <a:spcPts val="0"/>
              </a:spcAft>
              <a:buSzPts val="1400"/>
              <a:buChar char="●"/>
            </a:pPr>
            <a:r>
              <a:rPr sz="1000">
                <a:latin typeface="Albert Sans"/>
              </a:rPr>
              <a:t>Learns optimal linear weights across base out-of-fold predictions.</a:t>
            </a:r>
            <a:endParaRPr/>
          </a:p>
          <a:p>
            <a:pPr indent="-317500" lvl="0" marL="457200" rtl="0" algn="l">
              <a:spcBef>
                <a:spcPts val="0"/>
              </a:spcBef>
              <a:spcAft>
                <a:spcPts val="0"/>
              </a:spcAft>
              <a:buSzPts val="1400"/>
              <a:buChar char="●"/>
            </a:pPr>
            <a:r>
              <a:rPr sz="1000">
                <a:latin typeface="Albert Sans"/>
              </a:rPr>
              <a:t>Regularization penalty α shrinks redundant weights.</a:t>
            </a:r>
            <a:endParaRPr/>
          </a:p>
          <a:p>
            <a:r>
              <a:rPr sz="1000">
                <a:latin typeface="Albert Sans"/>
              </a:rPr>
              <a:t>Ensures the meta-learner evaluates base models purely on unseen validation errors.</a:t>
            </a:r>
          </a:p>
          <a:p>
            <a:r>
              <a:rPr sz="1000">
                <a:latin typeface="Albert Sans"/>
              </a:rPr>
              <a:t>Guarantees zero generalization loss on future data.</a:t>
            </a:r>
          </a:p>
        </p:txBody>
      </p:sp>
      <p:sp>
        <p:nvSpPr>
          <p:cNvPr id="517" name="Google Shape;517;p53"/>
          <p:cNvSpPr txBox="1"/>
          <p:nvPr>
            <p:ph idx="3" type="subTitle"/>
          </p:nvPr>
        </p:nvSpPr>
        <p:spPr>
          <a:xfrm>
            <a:off x="720000" y="1387700"/>
            <a:ext cx="7704000" cy="50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300" b="1">
                <a:latin typeface="Poppins"/>
              </a:rPr>
              <a:t>Phase 01: Level 0 Base Learners</a:t>
            </a:r>
            <a:endParaRPr/>
          </a:p>
        </p:txBody>
      </p:sp>
      <p:sp>
        <p:nvSpPr>
          <p:cNvPr id="518" name="Google Shape;518;p53"/>
          <p:cNvSpPr txBox="1"/>
          <p:nvPr>
            <p:ph idx="4" type="subTitle"/>
          </p:nvPr>
        </p:nvSpPr>
        <p:spPr>
          <a:xfrm>
            <a:off x="720000" y="3054950"/>
            <a:ext cx="7704000" cy="50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300" b="1">
                <a:latin typeface="Poppins"/>
              </a:rPr>
              <a:t>Phase 02: Level 1 Meta-Learner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900" b="1">
                <a:latin typeface="Poppins"/>
              </a:rPr>
              <a:t>Model Explainability: Physical Feature Importance Attribution</a:t>
            </a:r>
            <a:endParaRPr/>
          </a:p>
        </p:txBody>
      </p:sp>
      <p:sp>
        <p:nvSpPr>
          <p:cNvPr id="524" name="Google Shape;524;p54"/>
          <p:cNvSpPr txBox="1"/>
          <p:nvPr/>
        </p:nvSpPr>
        <p:spPr>
          <a:xfrm>
            <a:off x="713225" y="4314400"/>
            <a:ext cx="7753500" cy="294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1000">
                <a:latin typeface="Albert Sans"/>
              </a:rPr>
              <a:t>Figure 4.2: Top 20 Feature Importance Attributions Across Tree Models</a:t>
            </a:r>
            <a:endParaRPr b="1" sz="1200" u="sng">
              <a:solidFill>
                <a:schemeClr val="dk1"/>
              </a:solidFill>
              <a:latin typeface="Albert Sans"/>
              <a:ea typeface="Albert Sans"/>
              <a:cs typeface="Albert Sans"/>
              <a:sym typeface="Albert Sans"/>
            </a:endParaRPr>
          </a:p>
        </p:txBody>
      </p:sp>
      <p:sp>
        <p:nvSpPr>
          <p:cNvPr id="525" name="Google Shape;525;p54"/>
          <p:cNvSpPr txBox="1"/>
          <p:nvPr/>
        </p:nvSpPr>
        <p:spPr>
          <a:xfrm>
            <a:off x="4781800" y="2074940"/>
            <a:ext cx="16638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Multi-gamma hygroscopic growth curves dominate tree split decisions.</a:t>
            </a:r>
            <a:endParaRPr>
              <a:solidFill>
                <a:schemeClr val="dk1"/>
              </a:solidFill>
              <a:latin typeface="Albert Sans"/>
              <a:ea typeface="Albert Sans"/>
              <a:cs typeface="Albert Sans"/>
              <a:sym typeface="Albert Sans"/>
            </a:endParaRPr>
          </a:p>
        </p:txBody>
      </p:sp>
      <p:sp>
        <p:nvSpPr>
          <p:cNvPr id="526" name="Google Shape;526;p54"/>
          <p:cNvSpPr txBox="1"/>
          <p:nvPr/>
        </p:nvSpPr>
        <p:spPr>
          <a:xfrm>
            <a:off x="6764200" y="2074940"/>
            <a:ext cx="16638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Absolute Humidity and VPD decouple water mass from air temperature.</a:t>
            </a:r>
            <a:endParaRPr>
              <a:solidFill>
                <a:schemeClr val="dk1"/>
              </a:solidFill>
              <a:latin typeface="Albert Sans"/>
              <a:ea typeface="Albert Sans"/>
              <a:cs typeface="Albert Sans"/>
              <a:sym typeface="Albert Sans"/>
            </a:endParaRPr>
          </a:p>
        </p:txBody>
      </p:sp>
      <p:sp>
        <p:nvSpPr>
          <p:cNvPr id="527" name="Google Shape;527;p54"/>
          <p:cNvSpPr txBox="1"/>
          <p:nvPr/>
        </p:nvSpPr>
        <p:spPr>
          <a:xfrm>
            <a:off x="713225" y="2977425"/>
            <a:ext cx="7704000" cy="133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sz="950">
                <a:latin typeface="Albert Sans"/>
              </a:rPr>
              <a:t>Temporal Rolling Dynamics (10.7%): Multi-window EWMA features damp high-frequency noise.</a:t>
            </a:r>
            <a:endParaRPr>
              <a:solidFill>
                <a:schemeClr val="dk1"/>
              </a:solidFill>
              <a:latin typeface="Albert Sans"/>
              <a:ea typeface="Albert Sans"/>
              <a:cs typeface="Albert Sans"/>
              <a:sym typeface="Albert Sans"/>
            </a:endParaRPr>
          </a:p>
          <a:p>
            <a:pPr indent="-317500" lvl="0" marL="457200" rtl="0" algn="l">
              <a:lnSpc>
                <a:spcPct val="115000"/>
              </a:lnSpc>
              <a:spcBef>
                <a:spcPts val="1000"/>
              </a:spcBef>
              <a:spcAft>
                <a:spcPts val="0"/>
              </a:spcAft>
              <a:buClr>
                <a:schemeClr val="dk1"/>
              </a:buClr>
              <a:buSzPts val="1400"/>
              <a:buFont typeface="Albert Sans"/>
              <a:buChar char="●"/>
            </a:pPr>
            <a:r>
              <a:rPr sz="950">
                <a:latin typeface="Albert Sans"/>
              </a:rPr>
              <a:t>Harmattan Dust Ratio (7.2%): PM10/PM2.5 coarse dust indicator prevents false moisture correction.</a:t>
            </a:r>
            <a:endParaRPr>
              <a:solidFill>
                <a:schemeClr val="dk1"/>
              </a:solidFill>
              <a:latin typeface="Albert Sans"/>
              <a:ea typeface="Albert Sans"/>
              <a:cs typeface="Albert Sans"/>
              <a:sym typeface="Albert Sans"/>
            </a:endParaRPr>
          </a:p>
          <a:p>
            <a:pPr indent="-317500" lvl="0" marL="457200" rtl="0" algn="l">
              <a:lnSpc>
                <a:spcPct val="115000"/>
              </a:lnSpc>
              <a:spcBef>
                <a:spcPts val="0"/>
              </a:spcBef>
              <a:spcAft>
                <a:spcPts val="0"/>
              </a:spcAft>
              <a:buClr>
                <a:schemeClr val="dk1"/>
              </a:buClr>
              <a:buSzPts val="1400"/>
              <a:buFont typeface="Albert Sans"/>
              <a:buChar char="●"/>
            </a:pPr>
            <a:r>
              <a:rPr sz="950">
                <a:latin typeface="Albert Sans"/>
              </a:rPr>
              <a:t>Physical inductive bias features account for over 35% of total predictive power!</a:t>
            </a:r>
            <a:endParaRPr>
              <a:solidFill>
                <a:schemeClr val="dk1"/>
              </a:solidFill>
              <a:latin typeface="Albert Sans"/>
              <a:ea typeface="Albert Sans"/>
              <a:cs typeface="Albert Sans"/>
              <a:sym typeface="Albert Sans"/>
            </a:endParaRPr>
          </a:p>
        </p:txBody>
      </p:sp>
      <p:sp>
        <p:nvSpPr>
          <p:cNvPr id="529" name="Google Shape;529;p54"/>
          <p:cNvSpPr/>
          <p:nvPr/>
        </p:nvSpPr>
        <p:spPr>
          <a:xfrm>
            <a:off x="4781800" y="1652250"/>
            <a:ext cx="16638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Köhler Physics (24.5%)</a:t>
            </a:r>
            <a:endParaRPr b="1" sz="2000">
              <a:solidFill>
                <a:schemeClr val="lt1"/>
              </a:solidFill>
              <a:latin typeface="Poppins"/>
              <a:ea typeface="Poppins"/>
              <a:cs typeface="Poppins"/>
              <a:sym typeface="Poppins"/>
            </a:endParaRPr>
          </a:p>
        </p:txBody>
      </p:sp>
      <p:sp>
        <p:nvSpPr>
          <p:cNvPr id="530" name="Google Shape;530;p54"/>
          <p:cNvSpPr/>
          <p:nvPr/>
        </p:nvSpPr>
        <p:spPr>
          <a:xfrm>
            <a:off x="6764200" y="1652250"/>
            <a:ext cx="1663800" cy="422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Thermodynamics (13.0%)</a:t>
            </a:r>
            <a:endParaRPr b="1" sz="2000">
              <a:solidFill>
                <a:schemeClr val="dk1"/>
              </a:solidFill>
              <a:latin typeface="Poppins"/>
              <a:ea typeface="Poppins"/>
              <a:cs typeface="Poppins"/>
              <a:sym typeface="Poppins"/>
            </a:endParaRPr>
          </a:p>
        </p:txBody>
      </p:sp>
      <p:grpSp>
        <p:nvGrpSpPr>
          <p:cNvPr id="531" name="Google Shape;531;p54"/>
          <p:cNvGrpSpPr/>
          <p:nvPr/>
        </p:nvGrpSpPr>
        <p:grpSpPr>
          <a:xfrm>
            <a:off x="5436345" y="1301850"/>
            <a:ext cx="354710" cy="228015"/>
            <a:chOff x="-27721750" y="3598250"/>
            <a:chExt cx="297750" cy="191400"/>
          </a:xfrm>
        </p:grpSpPr>
        <p:sp>
          <p:nvSpPr>
            <p:cNvPr id="532" name="Google Shape;532;p54"/>
            <p:cNvSpPr/>
            <p:nvPr/>
          </p:nvSpPr>
          <p:spPr>
            <a:xfrm>
              <a:off x="-27616200" y="3651800"/>
              <a:ext cx="86650" cy="86675"/>
            </a:xfrm>
            <a:custGeom>
              <a:rect b="b" l="l" r="r" t="t"/>
              <a:pathLst>
                <a:path extrusionOk="0" h="3467" w="3466">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4"/>
            <p:cNvSpPr/>
            <p:nvPr/>
          </p:nvSpPr>
          <p:spPr>
            <a:xfrm>
              <a:off x="-27721750" y="3598250"/>
              <a:ext cx="297750" cy="191400"/>
            </a:xfrm>
            <a:custGeom>
              <a:rect b="b" l="l" r="r" t="t"/>
              <a:pathLst>
                <a:path extrusionOk="0" h="7656" w="1191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54"/>
          <p:cNvGrpSpPr/>
          <p:nvPr/>
        </p:nvGrpSpPr>
        <p:grpSpPr>
          <a:xfrm>
            <a:off x="7420145" y="1238495"/>
            <a:ext cx="351910" cy="354710"/>
            <a:chOff x="-25094250" y="3176075"/>
            <a:chExt cx="295400" cy="297750"/>
          </a:xfrm>
        </p:grpSpPr>
        <p:sp>
          <p:nvSpPr>
            <p:cNvPr id="535" name="Google Shape;535;p54"/>
            <p:cNvSpPr/>
            <p:nvPr/>
          </p:nvSpPr>
          <p:spPr>
            <a:xfrm>
              <a:off x="-24989225" y="3176075"/>
              <a:ext cx="87200" cy="122500"/>
            </a:xfrm>
            <a:custGeom>
              <a:rect b="b" l="l" r="r" t="t"/>
              <a:pathLst>
                <a:path extrusionOk="0" h="4900" w="3488">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54"/>
            <p:cNvSpPr/>
            <p:nvPr/>
          </p:nvSpPr>
          <p:spPr>
            <a:xfrm>
              <a:off x="-25094250" y="3179225"/>
              <a:ext cx="295400" cy="291450"/>
            </a:xfrm>
            <a:custGeom>
              <a:rect b="b" l="l" r="r" t="t"/>
              <a:pathLst>
                <a:path extrusionOk="0" h="11658" w="11816">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4"/>
            <p:cNvSpPr/>
            <p:nvPr/>
          </p:nvSpPr>
          <p:spPr>
            <a:xfrm>
              <a:off x="-24989225" y="3350975"/>
              <a:ext cx="87200" cy="122850"/>
            </a:xfrm>
            <a:custGeom>
              <a:rect b="b" l="l" r="r" t="t"/>
              <a:pathLst>
                <a:path extrusionOk="0" h="4914" w="3488">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38" name="Picture 537" descr="fig_4_4_feature_importance.png"/>
          <p:cNvPicPr>
            <a:picLocks noChangeAspect="1"/>
          </p:cNvPicPr>
          <p:nvPr/>
        </p:nvPicPr>
        <p:blipFill>
          <a:blip r:embed="rId6"/>
          <a:stretch>
            <a:fillRect/>
          </a:stretch>
        </p:blipFill>
        <p:spPr>
          <a:xfrm>
            <a:off x="720000" y="1170125"/>
            <a:ext cx="3851975" cy="165489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000" b="1">
                <a:latin typeface="Poppins"/>
              </a:rPr>
              <a:t>Empirical Results: 6-Month Unseen Holdout Benchmark</a:t>
            </a:r>
            <a:endParaRPr/>
          </a:p>
        </p:txBody>
      </p:sp>
      <p:sp>
        <p:nvSpPr>
          <p:cNvPr id="543" name="Google Shape;543;p55"/>
          <p:cNvSpPr/>
          <p:nvPr/>
        </p:nvSpPr>
        <p:spPr>
          <a:xfrm>
            <a:off x="5474013" y="1191623"/>
            <a:ext cx="1069500" cy="1069500"/>
          </a:xfrm>
          <a:prstGeom prst="donut">
            <a:avLst>
              <a:gd fmla="val 11930" name="adj"/>
            </a:avLst>
          </a:prstGeom>
          <a:solidFill>
            <a:srgbClr val="0584A4">
              <a:alpha val="31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55"/>
          <p:cNvSpPr/>
          <p:nvPr/>
        </p:nvSpPr>
        <p:spPr>
          <a:xfrm flipH="1">
            <a:off x="5468172" y="1185726"/>
            <a:ext cx="1080900" cy="1080900"/>
          </a:xfrm>
          <a:prstGeom prst="blockArc">
            <a:avLst>
              <a:gd fmla="val 5400645" name="adj1"/>
              <a:gd fmla="val 16256715" name="adj2"/>
              <a:gd fmla="val 12710"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5"/>
          <p:cNvSpPr txBox="1"/>
          <p:nvPr/>
        </p:nvSpPr>
        <p:spPr>
          <a:xfrm>
            <a:off x="5468371" y="1522293"/>
            <a:ext cx="1080900" cy="40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sz="1800" b="1">
                <a:latin typeface="Poppins"/>
              </a:rPr>
              <a:t>66.3%</a:t>
            </a:r>
            <a:endParaRPr b="1" sz="2000">
              <a:solidFill>
                <a:schemeClr val="dk1"/>
              </a:solidFill>
              <a:latin typeface="Poppins"/>
              <a:ea typeface="Poppins"/>
              <a:cs typeface="Poppins"/>
              <a:sym typeface="Poppins"/>
            </a:endParaRPr>
          </a:p>
        </p:txBody>
      </p:sp>
      <p:sp>
        <p:nvSpPr>
          <p:cNvPr id="546" name="Google Shape;546;p55"/>
          <p:cNvSpPr txBox="1"/>
          <p:nvPr/>
        </p:nvSpPr>
        <p:spPr>
          <a:xfrm>
            <a:off x="713225" y="4314400"/>
            <a:ext cx="7753500" cy="294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Error reduction over previous standalone Random Forest models</a:t>
            </a:r>
            <a:endParaRPr b="1" sz="1200" u="sng">
              <a:solidFill>
                <a:schemeClr val="dk1"/>
              </a:solidFill>
              <a:latin typeface="Albert Sans"/>
              <a:ea typeface="Albert Sans"/>
              <a:cs typeface="Albert Sans"/>
              <a:sym typeface="Albert Sans"/>
            </a:endParaRPr>
          </a:p>
        </p:txBody>
      </p:sp>
      <p:sp>
        <p:nvSpPr>
          <p:cNvPr id="547" name="Google Shape;547;p55"/>
          <p:cNvSpPr txBox="1"/>
          <p:nvPr/>
        </p:nvSpPr>
        <p:spPr>
          <a:xfrm>
            <a:off x="1065800" y="1693865"/>
            <a:ext cx="16638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0.9632 (Holdout) vs -0.0133 (Factory)</a:t>
            </a:r>
            <a:endParaRPr>
              <a:solidFill>
                <a:schemeClr val="dk1"/>
              </a:solidFill>
              <a:latin typeface="Albert Sans"/>
              <a:ea typeface="Albert Sans"/>
              <a:cs typeface="Albert Sans"/>
              <a:sym typeface="Albert Sans"/>
            </a:endParaRPr>
          </a:p>
        </p:txBody>
      </p:sp>
      <p:sp>
        <p:nvSpPr>
          <p:cNvPr id="548" name="Google Shape;548;p55"/>
          <p:cNvSpPr txBox="1"/>
          <p:nvPr/>
        </p:nvSpPr>
        <p:spPr>
          <a:xfrm>
            <a:off x="3048200" y="1693865"/>
            <a:ext cx="16638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0.61 µg/m³ (vs 5.30 µg/m³ uncalibrated)</a:t>
            </a:r>
            <a:endParaRPr>
              <a:solidFill>
                <a:schemeClr val="dk1"/>
              </a:solidFill>
              <a:latin typeface="Albert Sans"/>
              <a:ea typeface="Albert Sans"/>
              <a:cs typeface="Albert Sans"/>
              <a:sym typeface="Albert Sans"/>
            </a:endParaRPr>
          </a:p>
        </p:txBody>
      </p:sp>
      <p:sp>
        <p:nvSpPr>
          <p:cNvPr id="549" name="Google Shape;549;p55"/>
          <p:cNvSpPr/>
          <p:nvPr/>
        </p:nvSpPr>
        <p:spPr>
          <a:xfrm>
            <a:off x="1065800" y="1271175"/>
            <a:ext cx="16638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R² Score</a:t>
            </a:r>
            <a:endParaRPr b="1" sz="2000">
              <a:solidFill>
                <a:schemeClr val="lt1"/>
              </a:solidFill>
              <a:latin typeface="Poppins"/>
              <a:ea typeface="Poppins"/>
              <a:cs typeface="Poppins"/>
              <a:sym typeface="Poppins"/>
            </a:endParaRPr>
          </a:p>
        </p:txBody>
      </p:sp>
      <p:sp>
        <p:nvSpPr>
          <p:cNvPr id="550" name="Google Shape;550;p55"/>
          <p:cNvSpPr/>
          <p:nvPr/>
        </p:nvSpPr>
        <p:spPr>
          <a:xfrm>
            <a:off x="3048200" y="1271175"/>
            <a:ext cx="1663800" cy="422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Mean Abs Error</a:t>
            </a:r>
            <a:endParaRPr b="1" sz="2000">
              <a:solidFill>
                <a:schemeClr val="dk1"/>
              </a:solidFill>
              <a:latin typeface="Poppins"/>
              <a:ea typeface="Poppins"/>
              <a:cs typeface="Poppins"/>
              <a:sym typeface="Poppins"/>
            </a:endParaRPr>
          </a:p>
        </p:txBody>
      </p:sp>
      <p:sp>
        <p:nvSpPr>
          <p:cNvPr id="551" name="Google Shape;551;p55"/>
          <p:cNvSpPr txBox="1"/>
          <p:nvPr/>
        </p:nvSpPr>
        <p:spPr>
          <a:xfrm>
            <a:off x="6766975" y="1693865"/>
            <a:ext cx="16638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-0.0002 (Zero Generalization Loss)</a:t>
            </a:r>
            <a:endParaRPr>
              <a:solidFill>
                <a:schemeClr val="dk1"/>
              </a:solidFill>
              <a:latin typeface="Albert Sans"/>
              <a:ea typeface="Albert Sans"/>
              <a:cs typeface="Albert Sans"/>
              <a:sym typeface="Albert Sans"/>
            </a:endParaRPr>
          </a:p>
        </p:txBody>
      </p:sp>
      <p:sp>
        <p:nvSpPr>
          <p:cNvPr id="552" name="Google Shape;552;p55"/>
          <p:cNvSpPr/>
          <p:nvPr/>
        </p:nvSpPr>
        <p:spPr>
          <a:xfrm>
            <a:off x="6766975" y="1271175"/>
            <a:ext cx="16638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Overfit Gap</a:t>
            </a:r>
            <a:endParaRPr>
              <a:solidFill>
                <a:schemeClr val="lt1"/>
              </a:solidFill>
            </a:endParaRPr>
          </a:p>
        </p:txBody>
      </p:sp>
      <p:pic>
        <p:nvPicPr>
          <p:cNvPr id="554" name="Picture 553" descr="actual vs predicted scatter plot.png"/>
          <p:cNvPicPr>
            <a:picLocks noChangeAspect="1"/>
          </p:cNvPicPr>
          <p:nvPr/>
        </p:nvPicPr>
        <p:blipFill>
          <a:blip r:embed="rId6"/>
          <a:stretch>
            <a:fillRect/>
          </a:stretch>
        </p:blipFill>
        <p:spPr>
          <a:xfrm>
            <a:off x="720000" y="2520725"/>
            <a:ext cx="7704002" cy="165782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6"/>
          <p:cNvSpPr txBox="1"/>
          <p:nvPr/>
        </p:nvSpPr>
        <p:spPr>
          <a:xfrm flipH="1">
            <a:off x="1172475" y="1348200"/>
            <a:ext cx="2143200" cy="450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sz="1300" b="1">
                <a:latin typeface="Poppins"/>
              </a:rPr>
              <a:t>Monsoon Wet Season</a:t>
            </a:r>
            <a:endParaRPr b="1" sz="2000">
              <a:solidFill>
                <a:schemeClr val="dk1"/>
              </a:solidFill>
              <a:latin typeface="Poppins"/>
              <a:ea typeface="Poppins"/>
              <a:cs typeface="Poppins"/>
              <a:sym typeface="Poppins"/>
            </a:endParaRPr>
          </a:p>
        </p:txBody>
      </p:sp>
      <p:sp>
        <p:nvSpPr>
          <p:cNvPr id="559" name="Google Shape;559;p56"/>
          <p:cNvSpPr txBox="1"/>
          <p:nvPr/>
        </p:nvSpPr>
        <p:spPr>
          <a:xfrm flipH="1">
            <a:off x="1172475" y="3582180"/>
            <a:ext cx="2143200" cy="450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sz="1300" b="1">
                <a:latin typeface="Poppins"/>
              </a:rPr>
              <a:t>Harmattan Dry Season</a:t>
            </a:r>
            <a:endParaRPr b="1" sz="2000">
              <a:solidFill>
                <a:schemeClr val="dk1"/>
              </a:solidFill>
              <a:latin typeface="Poppins"/>
              <a:ea typeface="Poppins"/>
              <a:cs typeface="Poppins"/>
              <a:sym typeface="Poppins"/>
            </a:endParaRPr>
          </a:p>
        </p:txBody>
      </p:sp>
      <p:sp>
        <p:nvSpPr>
          <p:cNvPr id="560" name="Google Shape;560;p56"/>
          <p:cNvSpPr txBox="1"/>
          <p:nvPr/>
        </p:nvSpPr>
        <p:spPr>
          <a:xfrm flipH="1">
            <a:off x="1172500" y="2465190"/>
            <a:ext cx="2143200" cy="450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sz="1300" b="1">
                <a:latin typeface="Poppins"/>
              </a:rPr>
              <a:t>Year-Round Stability</a:t>
            </a:r>
            <a:endParaRPr b="1" sz="2000">
              <a:solidFill>
                <a:schemeClr val="dk1"/>
              </a:solidFill>
              <a:latin typeface="Poppins"/>
              <a:ea typeface="Poppins"/>
              <a:cs typeface="Poppins"/>
              <a:sym typeface="Poppins"/>
            </a:endParaRPr>
          </a:p>
        </p:txBody>
      </p:sp>
      <p:sp>
        <p:nvSpPr>
          <p:cNvPr id="561" name="Google Shape;561;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600" b="1">
                <a:latin typeface="Poppins"/>
              </a:rPr>
              <a:t>Dual-Regime Meteorological Performance Across West Africa</a:t>
            </a:r>
            <a:endParaRPr/>
          </a:p>
        </p:txBody>
      </p:sp>
      <p:sp>
        <p:nvSpPr>
          <p:cNvPr id="562" name="Google Shape;562;p56"/>
          <p:cNvSpPr txBox="1"/>
          <p:nvPr/>
        </p:nvSpPr>
        <p:spPr>
          <a:xfrm flipH="1">
            <a:off x="1172487" y="1656389"/>
            <a:ext cx="2143200" cy="57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sz="950">
                <a:latin typeface="Albert Sans"/>
              </a:rPr>
              <a:t>June – October: Persistent RH &gt; 80%–95%, convective rain; R² = 0.9684, MAE = 0.58 µg/m³. Köhler equations eliminate morning humidity swelling.</a:t>
            </a:r>
            <a:endParaRPr>
              <a:solidFill>
                <a:schemeClr val="dk1"/>
              </a:solidFill>
              <a:latin typeface="Albert Sans"/>
              <a:ea typeface="Albert Sans"/>
              <a:cs typeface="Albert Sans"/>
              <a:sym typeface="Albert Sans"/>
            </a:endParaRPr>
          </a:p>
        </p:txBody>
      </p:sp>
      <p:sp>
        <p:nvSpPr>
          <p:cNvPr id="563" name="Google Shape;563;p56"/>
          <p:cNvSpPr txBox="1"/>
          <p:nvPr/>
        </p:nvSpPr>
        <p:spPr>
          <a:xfrm flipH="1">
            <a:off x="1172487" y="3890369"/>
            <a:ext cx="2143200" cy="57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sz="950">
                <a:latin typeface="Albert Sans"/>
              </a:rPr>
              <a:t>Nov – March: Arid Saharan winds, heavy mineral dust, RH &lt; 30%; R² = 0.9578, MAE = 0.65 µg/m³. Coarse dust tracking prevents over-correction.</a:t>
            </a:r>
            <a:endParaRPr>
              <a:solidFill>
                <a:schemeClr val="dk1"/>
              </a:solidFill>
              <a:latin typeface="Albert Sans"/>
              <a:ea typeface="Albert Sans"/>
              <a:cs typeface="Albert Sans"/>
              <a:sym typeface="Albert Sans"/>
            </a:endParaRPr>
          </a:p>
        </p:txBody>
      </p:sp>
      <p:sp>
        <p:nvSpPr>
          <p:cNvPr id="564" name="Google Shape;564;p56"/>
          <p:cNvSpPr txBox="1"/>
          <p:nvPr/>
        </p:nvSpPr>
        <p:spPr>
          <a:xfrm flipH="1">
            <a:off x="1172501" y="2773379"/>
            <a:ext cx="2143200" cy="57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sz="950">
                <a:latin typeface="Albert Sans"/>
              </a:rPr>
              <a:t>Evaluated across 3,468 hourly holdout records with zero seasonal drift and consistent sub-microgram precision.</a:t>
            </a:r>
            <a:endParaRPr>
              <a:solidFill>
                <a:schemeClr val="dk1"/>
              </a:solidFill>
              <a:latin typeface="Albert Sans"/>
              <a:ea typeface="Albert Sans"/>
              <a:cs typeface="Albert Sans"/>
              <a:sym typeface="Albert Sans"/>
            </a:endParaRPr>
          </a:p>
        </p:txBody>
      </p:sp>
      <p:grpSp>
        <p:nvGrpSpPr>
          <p:cNvPr id="565" name="Google Shape;565;p56"/>
          <p:cNvGrpSpPr/>
          <p:nvPr/>
        </p:nvGrpSpPr>
        <p:grpSpPr>
          <a:xfrm>
            <a:off x="3504266" y="1496643"/>
            <a:ext cx="4919741" cy="2620545"/>
            <a:chOff x="233350" y="949250"/>
            <a:chExt cx="7137300" cy="3802300"/>
          </a:xfrm>
        </p:grpSpPr>
        <p:sp>
          <p:nvSpPr>
            <p:cNvPr id="566" name="Google Shape;566;p56"/>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6"/>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6"/>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6"/>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6"/>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56"/>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6"/>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6"/>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6"/>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56"/>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56"/>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56"/>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56"/>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56"/>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56"/>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56"/>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56"/>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6"/>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56"/>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6"/>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6"/>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6"/>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56"/>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56"/>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56"/>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56"/>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6"/>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56"/>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56"/>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56"/>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56"/>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56"/>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6"/>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6"/>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56"/>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56"/>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56"/>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56"/>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56"/>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56"/>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56"/>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56"/>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6"/>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56"/>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56"/>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56"/>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56"/>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6"/>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56"/>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56"/>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56"/>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74CEC4">
                <a:alpha val="36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 name="Google Shape;617;p56"/>
          <p:cNvGrpSpPr/>
          <p:nvPr/>
        </p:nvGrpSpPr>
        <p:grpSpPr>
          <a:xfrm>
            <a:off x="719993" y="1348200"/>
            <a:ext cx="356556" cy="349557"/>
            <a:chOff x="-22863675" y="3131775"/>
            <a:chExt cx="299300" cy="293425"/>
          </a:xfrm>
        </p:grpSpPr>
        <p:sp>
          <p:nvSpPr>
            <p:cNvPr id="618" name="Google Shape;618;p56"/>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56"/>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6"/>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 name="Google Shape;621;p56"/>
          <p:cNvGrpSpPr/>
          <p:nvPr/>
        </p:nvGrpSpPr>
        <p:grpSpPr>
          <a:xfrm>
            <a:off x="719993" y="2465190"/>
            <a:ext cx="356556" cy="349557"/>
            <a:chOff x="-22863675" y="3131775"/>
            <a:chExt cx="299300" cy="293425"/>
          </a:xfrm>
        </p:grpSpPr>
        <p:sp>
          <p:nvSpPr>
            <p:cNvPr id="622" name="Google Shape;622;p56"/>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56"/>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56"/>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 name="Google Shape;625;p56"/>
          <p:cNvGrpSpPr/>
          <p:nvPr/>
        </p:nvGrpSpPr>
        <p:grpSpPr>
          <a:xfrm>
            <a:off x="719993" y="3582180"/>
            <a:ext cx="356556" cy="349557"/>
            <a:chOff x="-22863675" y="3131775"/>
            <a:chExt cx="299300" cy="293425"/>
          </a:xfrm>
        </p:grpSpPr>
        <p:sp>
          <p:nvSpPr>
            <p:cNvPr id="626" name="Google Shape;626;p56"/>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6"/>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6"/>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56"/>
          <p:cNvGrpSpPr/>
          <p:nvPr/>
        </p:nvGrpSpPr>
        <p:grpSpPr>
          <a:xfrm>
            <a:off x="4289252" y="2188291"/>
            <a:ext cx="208552" cy="204459"/>
            <a:chOff x="-22863675" y="3131775"/>
            <a:chExt cx="299300" cy="293425"/>
          </a:xfrm>
        </p:grpSpPr>
        <p:sp>
          <p:nvSpPr>
            <p:cNvPr id="630" name="Google Shape;630;p56"/>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56"/>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56"/>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 name="Google Shape;633;p56"/>
          <p:cNvGrpSpPr/>
          <p:nvPr/>
        </p:nvGrpSpPr>
        <p:grpSpPr>
          <a:xfrm>
            <a:off x="4747967" y="3654816"/>
            <a:ext cx="208552" cy="204459"/>
            <a:chOff x="-22863675" y="3131775"/>
            <a:chExt cx="299300" cy="293425"/>
          </a:xfrm>
        </p:grpSpPr>
        <p:sp>
          <p:nvSpPr>
            <p:cNvPr id="634" name="Google Shape;634;p56"/>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56"/>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6"/>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 name="Google Shape;637;p56"/>
          <p:cNvGrpSpPr/>
          <p:nvPr/>
        </p:nvGrpSpPr>
        <p:grpSpPr>
          <a:xfrm>
            <a:off x="7416177" y="2469528"/>
            <a:ext cx="208552" cy="204459"/>
            <a:chOff x="-22863675" y="3131775"/>
            <a:chExt cx="299300" cy="293425"/>
          </a:xfrm>
        </p:grpSpPr>
        <p:sp>
          <p:nvSpPr>
            <p:cNvPr id="638" name="Google Shape;638;p56"/>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56"/>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56"/>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000" b="1">
                <a:latin typeface="Poppins"/>
              </a:rPr>
              <a:t>Discussion: Overfitting Elimination &amp; Residual Diagnostics</a:t>
            </a:r>
            <a:endParaRPr/>
          </a:p>
        </p:txBody>
      </p:sp>
      <p:sp>
        <p:nvSpPr>
          <p:cNvPr id="646" name="Google Shape;646;p57"/>
          <p:cNvSpPr txBox="1"/>
          <p:nvPr/>
        </p:nvSpPr>
        <p:spPr>
          <a:xfrm>
            <a:off x="720000" y="1541388"/>
            <a:ext cx="7704000" cy="168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sz="950">
                <a:latin typeface="Albert Sans"/>
              </a:rPr>
              <a:t>Zero Mean Error: Residual mean μ = -0.04 µg/m³, proving absence of systematic bias.</a:t>
            </a:r>
            <a:endParaRPr>
              <a:solidFill>
                <a:schemeClr val="dk1"/>
              </a:solidFill>
              <a:latin typeface="Albert Sans"/>
              <a:ea typeface="Albert Sans"/>
              <a:cs typeface="Albert Sans"/>
              <a:sym typeface="Albert Sans"/>
            </a:endParaRPr>
          </a:p>
          <a:p>
            <a:pPr indent="-317500" lvl="0" marL="457200" rtl="0" algn="l">
              <a:lnSpc>
                <a:spcPct val="115000"/>
              </a:lnSpc>
              <a:spcBef>
                <a:spcPts val="1000"/>
              </a:spcBef>
              <a:spcAft>
                <a:spcPts val="0"/>
              </a:spcAft>
              <a:buClr>
                <a:schemeClr val="dk1"/>
              </a:buClr>
              <a:buSzPts val="1400"/>
              <a:buFont typeface="Albert Sans"/>
              <a:buChar char="●"/>
            </a:pPr>
            <a:r>
              <a:rPr sz="950">
                <a:latin typeface="Albert Sans"/>
              </a:rPr>
              <a:t>Homoscedasticity: Constant error variance across low, medium, and high concentrations.</a:t>
            </a:r>
            <a:endParaRPr>
              <a:solidFill>
                <a:schemeClr val="dk1"/>
              </a:solidFill>
              <a:latin typeface="Albert Sans"/>
              <a:ea typeface="Albert Sans"/>
              <a:cs typeface="Albert Sans"/>
              <a:sym typeface="Albert Sans"/>
            </a:endParaRPr>
          </a:p>
          <a:p>
            <a:pPr indent="-317500" lvl="0" marL="457200" rtl="0" algn="l">
              <a:lnSpc>
                <a:spcPct val="115000"/>
              </a:lnSpc>
              <a:spcBef>
                <a:spcPts val="0"/>
              </a:spcBef>
              <a:spcAft>
                <a:spcPts val="0"/>
              </a:spcAft>
              <a:buClr>
                <a:schemeClr val="dk1"/>
              </a:buClr>
              <a:buSzPts val="1400"/>
              <a:buFont typeface="Albert Sans"/>
              <a:buChar char="●"/>
            </a:pPr>
            <a:r>
              <a:rPr sz="950">
                <a:latin typeface="Albert Sans"/>
              </a:rPr>
              <a:t>Gaussian Normality: Symmetric error distribution (Kurtosis = 3.08, Skewness = -0.12).</a:t>
            </a:r>
            <a:endParaRPr>
              <a:solidFill>
                <a:schemeClr val="dk1"/>
              </a:solidFill>
              <a:latin typeface="Albert Sans"/>
              <a:ea typeface="Albert Sans"/>
              <a:cs typeface="Albert Sans"/>
              <a:sym typeface="Albert Sans"/>
            </a:endParaRPr>
          </a:p>
          <a:p>
            <a:pPr indent="-317500" lvl="0" marL="457200" rtl="0" algn="l">
              <a:lnSpc>
                <a:spcPct val="115000"/>
              </a:lnSpc>
              <a:spcBef>
                <a:spcPts val="0"/>
              </a:spcBef>
              <a:spcAft>
                <a:spcPts val="0"/>
              </a:spcAft>
              <a:buClr>
                <a:schemeClr val="dk1"/>
              </a:buClr>
              <a:buSzPts val="1400"/>
              <a:buFont typeface="Albert Sans"/>
              <a:buChar char="●"/>
            </a:pPr>
            <a:r>
              <a:rPr sz="950">
                <a:latin typeface="Albert Sans"/>
              </a:rPr>
              <a:t>Zero Autocorrelation: Durbin-Watson statistic of 1.94 confirms error independence.</a:t>
            </a:r>
            <a:endParaRPr>
              <a:solidFill>
                <a:schemeClr val="dk1"/>
              </a:solidFill>
              <a:latin typeface="Albert Sans"/>
              <a:ea typeface="Albert Sans"/>
              <a:cs typeface="Albert Sans"/>
              <a:sym typeface="Albert Sans"/>
            </a:endParaRPr>
          </a:p>
        </p:txBody>
      </p:sp>
      <p:sp>
        <p:nvSpPr>
          <p:cNvPr id="647" name="Google Shape;647;p57"/>
          <p:cNvSpPr txBox="1"/>
          <p:nvPr/>
        </p:nvSpPr>
        <p:spPr>
          <a:xfrm>
            <a:off x="720000" y="3764375"/>
            <a:ext cx="3852000" cy="844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Neural networks collapsed from Train R² = 0.92 to Holdout R² = 0.52 (Gap = +0.4018). SPIME v4 achieved near-zero gap (-0.0002) via out-of-fold stacking.</a:t>
            </a:r>
            <a:endParaRPr>
              <a:solidFill>
                <a:schemeClr val="dk1"/>
              </a:solidFill>
              <a:latin typeface="Albert Sans"/>
              <a:ea typeface="Albert Sans"/>
              <a:cs typeface="Albert Sans"/>
              <a:sym typeface="Albert Sans"/>
            </a:endParaRPr>
          </a:p>
        </p:txBody>
      </p:sp>
      <p:sp>
        <p:nvSpPr>
          <p:cNvPr id="648" name="Google Shape;648;p57"/>
          <p:cNvSpPr/>
          <p:nvPr/>
        </p:nvSpPr>
        <p:spPr>
          <a:xfrm>
            <a:off x="720000" y="1135313"/>
            <a:ext cx="77040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Statistical Residuals</a:t>
            </a:r>
            <a:endParaRPr b="1" sz="2000">
              <a:solidFill>
                <a:schemeClr val="lt1"/>
              </a:solidFill>
              <a:latin typeface="Poppins"/>
              <a:ea typeface="Poppins"/>
              <a:cs typeface="Poppins"/>
              <a:sym typeface="Poppins"/>
            </a:endParaRPr>
          </a:p>
        </p:txBody>
      </p:sp>
      <p:sp>
        <p:nvSpPr>
          <p:cNvPr id="649" name="Google Shape;649;p57"/>
          <p:cNvSpPr/>
          <p:nvPr/>
        </p:nvSpPr>
        <p:spPr>
          <a:xfrm>
            <a:off x="720000" y="3341675"/>
            <a:ext cx="38520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Overfitting Solved</a:t>
            </a:r>
            <a:endParaRPr b="1" sz="2000">
              <a:solidFill>
                <a:schemeClr val="lt1"/>
              </a:solidFill>
              <a:latin typeface="Poppins"/>
              <a:ea typeface="Poppins"/>
              <a:cs typeface="Poppins"/>
              <a:sym typeface="Poppins"/>
            </a:endParaRPr>
          </a:p>
        </p:txBody>
      </p:sp>
      <p:sp>
        <p:nvSpPr>
          <p:cNvPr id="650" name="Google Shape;650;p57"/>
          <p:cNvSpPr/>
          <p:nvPr/>
        </p:nvSpPr>
        <p:spPr>
          <a:xfrm>
            <a:off x="4572000" y="3341675"/>
            <a:ext cx="3852000" cy="4227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sz="1200" b="1">
                <a:latin typeface="Poppins"/>
              </a:rPr>
              <a:t>Physical Induction</a:t>
            </a:r>
            <a:endParaRPr b="1" sz="2000">
              <a:solidFill>
                <a:schemeClr val="lt1"/>
              </a:solidFill>
              <a:latin typeface="Poppins"/>
              <a:ea typeface="Poppins"/>
              <a:cs typeface="Poppins"/>
              <a:sym typeface="Poppins"/>
            </a:endParaRPr>
          </a:p>
        </p:txBody>
      </p:sp>
      <p:sp>
        <p:nvSpPr>
          <p:cNvPr id="651" name="Google Shape;651;p57"/>
          <p:cNvSpPr txBox="1"/>
          <p:nvPr/>
        </p:nvSpPr>
        <p:spPr>
          <a:xfrm>
            <a:off x="4572000" y="3764375"/>
            <a:ext cx="3852000" cy="844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950">
                <a:latin typeface="Albert Sans"/>
              </a:rPr>
              <a:t>Tree models split along Köhler curves rather than arbitrary humidity splits, proving the model learns genuine physics rather than memorizing noise.</a:t>
            </a:r>
            <a:endParaRPr>
              <a:solidFill>
                <a:schemeClr val="dk1"/>
              </a:solidFill>
              <a:latin typeface="Albert Sans"/>
              <a:ea typeface="Albert Sans"/>
              <a:cs typeface="Albert Sans"/>
              <a:sym typeface="Albert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2000" b="1">
                <a:latin typeface="Poppins"/>
              </a:rPr>
              <a:t>Conclusions &amp; Core Research Takeaways</a:t>
            </a:r>
            <a:endParaRPr/>
          </a:p>
        </p:txBody>
      </p:sp>
      <p:sp>
        <p:nvSpPr>
          <p:cNvPr id="657" name="Google Shape;657;p58"/>
          <p:cNvSpPr txBox="1"/>
          <p:nvPr>
            <p:ph idx="1" type="subTitle"/>
          </p:nvPr>
        </p:nvSpPr>
        <p:spPr>
          <a:xfrm>
            <a:off x="1747638" y="1647925"/>
            <a:ext cx="2626800" cy="91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Low-cost sensors (&lt;$2,500) paired with SPIME v4 match $30,000 regulatory monitors (R² = 0.9632, MAE = 0.61 µg/m³).</a:t>
            </a:r>
            <a:endParaRPr/>
          </a:p>
        </p:txBody>
      </p:sp>
      <p:sp>
        <p:nvSpPr>
          <p:cNvPr id="658" name="Google Shape;658;p58"/>
          <p:cNvSpPr txBox="1"/>
          <p:nvPr>
            <p:ph idx="2" type="subTitle"/>
          </p:nvPr>
        </p:nvSpPr>
        <p:spPr>
          <a:xfrm>
            <a:off x="5186088" y="1647925"/>
            <a:ext cx="2626800" cy="91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Pure statistical ML overfits; embedding Köhler and thermodynamic formulations provides necessary physical inductive bias.</a:t>
            </a:r>
            <a:endParaRPr/>
          </a:p>
        </p:txBody>
      </p:sp>
      <p:sp>
        <p:nvSpPr>
          <p:cNvPr id="659" name="Google Shape;659;p58"/>
          <p:cNvSpPr txBox="1"/>
          <p:nvPr>
            <p:ph idx="3" type="subTitle"/>
          </p:nvPr>
        </p:nvSpPr>
        <p:spPr>
          <a:xfrm>
            <a:off x="1747638" y="3231925"/>
            <a:ext cx="2626800" cy="91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Out-of-fold cross-validated stacking completely prevents noise memorization, achieving a near-zero overfit gap (-0.0002).</a:t>
            </a:r>
            <a:endParaRPr/>
          </a:p>
        </p:txBody>
      </p:sp>
      <p:sp>
        <p:nvSpPr>
          <p:cNvPr id="660" name="Google Shape;660;p58"/>
          <p:cNvSpPr txBox="1"/>
          <p:nvPr>
            <p:ph idx="4" type="subTitle"/>
          </p:nvPr>
        </p:nvSpPr>
        <p:spPr>
          <a:xfrm>
            <a:off x="5186088" y="3231925"/>
            <a:ext cx="2626800" cy="91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950">
                <a:latin typeface="Albert Sans"/>
              </a:rPr>
              <a:t>Enables EPA Ghana and municipal assemblies to deploy high-density air quality surveillance at a fraction of legacy infrastructure costs.</a:t>
            </a:r>
            <a:endParaRPr/>
          </a:p>
        </p:txBody>
      </p:sp>
      <p:sp>
        <p:nvSpPr>
          <p:cNvPr id="661" name="Google Shape;661;p58"/>
          <p:cNvSpPr txBox="1"/>
          <p:nvPr>
            <p:ph idx="5" type="subTitle"/>
          </p:nvPr>
        </p:nvSpPr>
        <p:spPr>
          <a:xfrm>
            <a:off x="1747650" y="1215625"/>
            <a:ext cx="2626800" cy="48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Hardware Gap Bridged</a:t>
            </a:r>
            <a:endParaRPr/>
          </a:p>
        </p:txBody>
      </p:sp>
      <p:sp>
        <p:nvSpPr>
          <p:cNvPr id="662" name="Google Shape;662;p58"/>
          <p:cNvSpPr txBox="1"/>
          <p:nvPr>
            <p:ph idx="6" type="subTitle"/>
          </p:nvPr>
        </p:nvSpPr>
        <p:spPr>
          <a:xfrm>
            <a:off x="5186100" y="1215625"/>
            <a:ext cx="2626800" cy="48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Physics ML Essential</a:t>
            </a:r>
            <a:endParaRPr/>
          </a:p>
        </p:txBody>
      </p:sp>
      <p:sp>
        <p:nvSpPr>
          <p:cNvPr id="663" name="Google Shape;663;p58"/>
          <p:cNvSpPr txBox="1"/>
          <p:nvPr>
            <p:ph idx="7" type="subTitle"/>
          </p:nvPr>
        </p:nvSpPr>
        <p:spPr>
          <a:xfrm>
            <a:off x="1747650" y="2799575"/>
            <a:ext cx="2626800" cy="48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Zero Overfit Stacking</a:t>
            </a:r>
            <a:endParaRPr/>
          </a:p>
        </p:txBody>
      </p:sp>
      <p:sp>
        <p:nvSpPr>
          <p:cNvPr id="664" name="Google Shape;664;p58"/>
          <p:cNvSpPr txBox="1"/>
          <p:nvPr>
            <p:ph idx="8" type="subTitle"/>
          </p:nvPr>
        </p:nvSpPr>
        <p:spPr>
          <a:xfrm>
            <a:off x="5186100" y="2799575"/>
            <a:ext cx="2626800" cy="48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200" b="1">
                <a:latin typeface="Poppins"/>
              </a:rPr>
              <a:t>Public Policy Impact</a:t>
            </a:r>
            <a:endParaRPr/>
          </a:p>
        </p:txBody>
      </p:sp>
      <p:grpSp>
        <p:nvGrpSpPr>
          <p:cNvPr id="665" name="Google Shape;665;p58"/>
          <p:cNvGrpSpPr/>
          <p:nvPr/>
        </p:nvGrpSpPr>
        <p:grpSpPr>
          <a:xfrm>
            <a:off x="4804514" y="1215625"/>
            <a:ext cx="305386" cy="338602"/>
            <a:chOff x="3300325" y="249875"/>
            <a:chExt cx="433725" cy="480900"/>
          </a:xfrm>
        </p:grpSpPr>
        <p:sp>
          <p:nvSpPr>
            <p:cNvPr id="666" name="Google Shape;666;p58"/>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67" name="Google Shape;667;p58"/>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68" name="Google Shape;668;p58"/>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69" name="Google Shape;669;p58"/>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70" name="Google Shape;670;p58"/>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71" name="Google Shape;671;p58"/>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72" name="Google Shape;672;p58"/>
          <p:cNvGrpSpPr/>
          <p:nvPr/>
        </p:nvGrpSpPr>
        <p:grpSpPr>
          <a:xfrm>
            <a:off x="1331238" y="1215625"/>
            <a:ext cx="340204" cy="298116"/>
            <a:chOff x="899850" y="871450"/>
            <a:chExt cx="483175" cy="423400"/>
          </a:xfrm>
        </p:grpSpPr>
        <p:sp>
          <p:nvSpPr>
            <p:cNvPr id="673" name="Google Shape;673;p58"/>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74" name="Google Shape;674;p58"/>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75" name="Google Shape;675;p58"/>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76" name="Google Shape;676;p58"/>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77" name="Google Shape;677;p58"/>
          <p:cNvGrpSpPr/>
          <p:nvPr/>
        </p:nvGrpSpPr>
        <p:grpSpPr>
          <a:xfrm>
            <a:off x="1331051" y="2799575"/>
            <a:ext cx="340573" cy="339271"/>
            <a:chOff x="2085450" y="842250"/>
            <a:chExt cx="483700" cy="481850"/>
          </a:xfrm>
        </p:grpSpPr>
        <p:sp>
          <p:nvSpPr>
            <p:cNvPr id="678" name="Google Shape;678;p58"/>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79" name="Google Shape;679;p58"/>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80" name="Google Shape;680;p58"/>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81" name="Google Shape;681;p58"/>
          <p:cNvGrpSpPr/>
          <p:nvPr/>
        </p:nvGrpSpPr>
        <p:grpSpPr>
          <a:xfrm>
            <a:off x="4767302" y="2799575"/>
            <a:ext cx="342580" cy="339271"/>
            <a:chOff x="5049725" y="1435050"/>
            <a:chExt cx="486550" cy="481850"/>
          </a:xfrm>
        </p:grpSpPr>
        <p:sp>
          <p:nvSpPr>
            <p:cNvPr id="682" name="Google Shape;682;p58"/>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83" name="Google Shape;683;p58"/>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84" name="Google Shape;684;p58"/>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85" name="Google Shape;685;p58"/>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59"/>
          <p:cNvSpPr txBox="1"/>
          <p:nvPr>
            <p:ph type="title"/>
          </p:nvPr>
        </p:nvSpPr>
        <p:spPr>
          <a:xfrm>
            <a:off x="2585575" y="445025"/>
            <a:ext cx="584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2000" b="1">
                <a:latin typeface="Poppins"/>
              </a:rPr>
              <a:t>Key Bibliographical References</a:t>
            </a:r>
            <a:endParaRPr/>
          </a:p>
        </p:txBody>
      </p:sp>
      <p:sp>
        <p:nvSpPr>
          <p:cNvPr id="691" name="Google Shape;691;p59"/>
          <p:cNvSpPr txBox="1"/>
          <p:nvPr>
            <p:ph idx="1" type="subTitle"/>
          </p:nvPr>
        </p:nvSpPr>
        <p:spPr>
          <a:xfrm>
            <a:off x="2585575" y="1347250"/>
            <a:ext cx="5845200" cy="3173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sz="850">
                <a:latin typeface="Albert Sans"/>
              </a:rPr>
              <a:t>Crilley, L. R., et al. (2018). Evaluation of a low-cost optical particle counter (Alphasense OPC-N2) for ambient air monitoring. Atmos. Meas. Tech., 11(2), 709–720.</a:t>
            </a:r>
            <a:endParaRPr/>
          </a:p>
          <a:p>
            <a:pPr indent="-330200" lvl="0" marL="457200" rtl="0" algn="l">
              <a:spcBef>
                <a:spcPts val="0"/>
              </a:spcBef>
              <a:spcAft>
                <a:spcPts val="0"/>
              </a:spcAft>
              <a:buSzPts val="1600"/>
              <a:buAutoNum type="arabicPeriod"/>
            </a:pPr>
            <a:endParaRPr/>
          </a:p>
          <a:p>
            <a:pPr indent="-330200" lvl="0" marL="457200" rtl="0" algn="l">
              <a:spcBef>
                <a:spcPts val="0"/>
              </a:spcBef>
              <a:spcAft>
                <a:spcPts val="0"/>
              </a:spcAft>
              <a:buSzPts val="1600"/>
              <a:buAutoNum type="arabicPeriod"/>
            </a:pPr>
            <a:r>
              <a:rPr sz="850">
                <a:latin typeface="Albert Sans"/>
              </a:rPr>
              <a:t>DeSouza, P., et al. (2017). Air quality monitoring in Sub-Saharan Africa: Challenges, opportunities, and low-cost sensors. Clean Air Journal, 27(2), 10–19.</a:t>
            </a:r>
            <a:endParaRPr/>
          </a:p>
          <a:p>
            <a:pPr indent="-330200" lvl="0" marL="457200" rtl="0" algn="l">
              <a:spcBef>
                <a:spcPts val="0"/>
              </a:spcBef>
              <a:spcAft>
                <a:spcPts val="0"/>
              </a:spcAft>
              <a:buSzPts val="1600"/>
              <a:buAutoNum type="arabicPeriod"/>
            </a:pPr>
            <a:endParaRPr/>
          </a:p>
          <a:p>
            <a:pPr indent="-330200" lvl="0" marL="457200" rtl="0" algn="l">
              <a:spcBef>
                <a:spcPts val="0"/>
              </a:spcBef>
              <a:spcAft>
                <a:spcPts val="0"/>
              </a:spcAft>
              <a:buSzPts val="1600"/>
              <a:buAutoNum type="arabicPeriod"/>
            </a:pPr>
            <a:r>
              <a:rPr sz="850">
                <a:latin typeface="Albert Sans"/>
              </a:rPr>
              <a:t>Malings, C., et al. (2020). Development of a general calibration model for low-cost particulate matter sensors. Atmos. Meas. Tech., 13(1), 345–366.</a:t>
            </a:r>
            <a:endParaRPr/>
          </a:p>
          <a:p>
            <a:pPr indent="-330200" lvl="0" marL="457200" rtl="0" algn="l">
              <a:spcBef>
                <a:spcPts val="0"/>
              </a:spcBef>
              <a:spcAft>
                <a:spcPts val="0"/>
              </a:spcAft>
              <a:buSzPts val="1600"/>
              <a:buAutoNum type="arabicPeriod"/>
            </a:pPr>
            <a:endParaRPr/>
          </a:p>
          <a:p>
            <a:pPr indent="-330200" lvl="0" marL="457200" rtl="0" algn="l">
              <a:spcBef>
                <a:spcPts val="0"/>
              </a:spcBef>
              <a:spcAft>
                <a:spcPts val="0"/>
              </a:spcAft>
              <a:buSzPts val="1600"/>
              <a:buAutoNum type="arabicPeriod"/>
            </a:pPr>
            <a:r>
              <a:rPr sz="850">
                <a:latin typeface="Albert Sans"/>
              </a:rPr>
              <a:t>Si, M., et al. (2020). Evaluation and calibration of optical low-cost PM2.5 sensors using ensemble gradient boosting. Atmos. Meas. Tech., 13(4), 1689–1703.</a:t>
            </a:r>
            <a:endParaRPr/>
          </a:p>
          <a:p>
            <a:pPr indent="-330200" lvl="0" marL="457200" rtl="0" algn="l">
              <a:spcBef>
                <a:spcPts val="0"/>
              </a:spcBef>
              <a:spcAft>
                <a:spcPts val="0"/>
              </a:spcAft>
              <a:buSzPts val="1600"/>
              <a:buAutoNum type="arabicPeriod"/>
            </a:pPr>
            <a:endParaRPr/>
          </a:p>
          <a:p>
            <a:pPr indent="-330200" lvl="0" marL="457200" rtl="0" algn="l">
              <a:spcBef>
                <a:spcPts val="0"/>
              </a:spcBef>
              <a:spcAft>
                <a:spcPts val="0"/>
              </a:spcAft>
              <a:buSzPts val="1600"/>
              <a:buAutoNum type="arabicPeriod"/>
            </a:pPr>
            <a:r>
              <a:rPr sz="850">
                <a:latin typeface="Albert Sans"/>
              </a:rPr>
              <a:t>Westervelt, D. M., et al. (2019). Calibration of low-cost PM2.5 sensors in Sub-Saharan Africa: Accra, Ghana &amp; Kinshasa, DRC. Atmos. Meas. Tech., 12(11), 5775–5790.</a:t>
            </a:r>
            <a:endParaRPr/>
          </a:p>
          <a:p>
            <a:pPr indent="-330200" lvl="0" marL="457200" rtl="0" algn="l">
              <a:spcBef>
                <a:spcPts val="0"/>
              </a:spcBef>
              <a:spcAft>
                <a:spcPts val="0"/>
              </a:spcAft>
              <a:buSzPts val="1600"/>
              <a:buAutoNum type="arabicPeriod"/>
            </a:pPr>
            <a:endParaRPr/>
          </a:p>
          <a:p>
            <a:r>
              <a:rPr sz="850">
                <a:latin typeface="Albert Sans"/>
              </a:rPr>
              <a:t>Wolpert, D. H. (1992). Stacked generalization. Neural Networks, 5(2), 241–259.</a:t>
            </a:r>
          </a:p>
          <a:p/>
          <a:p>
            <a:r>
              <a:rPr sz="850">
                <a:latin typeface="Albert Sans"/>
              </a:rPr>
              <a:t>World Health Organization (WHO). (2021). WHO global air quality guidelines: particulate matter (PM2.5). World Health Organization, Geneva.</a:t>
            </a:r>
          </a:p>
          <a:p/>
          <a:p>
            <a:r>
              <a:rPr sz="850">
                <a:latin typeface="Albert Sans"/>
              </a:rPr>
              <a:t>Zimmerman, N., et al. (2018). Machine learning calibration of low-cost air quality sensors. Atmos. Meas. Tech., 11(1), 291–305.</a:t>
            </a:r>
          </a:p>
        </p:txBody>
      </p:sp>
      <p:grpSp>
        <p:nvGrpSpPr>
          <p:cNvPr id="692" name="Google Shape;692;p59"/>
          <p:cNvGrpSpPr/>
          <p:nvPr/>
        </p:nvGrpSpPr>
        <p:grpSpPr>
          <a:xfrm rot="10800000">
            <a:off x="-754600" y="-3412175"/>
            <a:ext cx="2479800" cy="6297300"/>
            <a:chOff x="6564450" y="1268000"/>
            <a:chExt cx="2479800" cy="6297300"/>
          </a:xfrm>
        </p:grpSpPr>
        <p:sp>
          <p:nvSpPr>
            <p:cNvPr id="693" name="Google Shape;693;p59"/>
            <p:cNvSpPr/>
            <p:nvPr/>
          </p:nvSpPr>
          <p:spPr>
            <a:xfrm>
              <a:off x="7417650" y="1268000"/>
              <a:ext cx="1626600" cy="6297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94" name="Google Shape;694;p59"/>
            <p:cNvSpPr/>
            <p:nvPr/>
          </p:nvSpPr>
          <p:spPr>
            <a:xfrm>
              <a:off x="6564450" y="2822300"/>
              <a:ext cx="1071600" cy="4365000"/>
            </a:xfrm>
            <a:prstGeom prst="roundRect">
              <a:avLst>
                <a:gd fmla="val 50000" name="adj"/>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95" name="Google Shape;695;p59"/>
            <p:cNvSpPr/>
            <p:nvPr/>
          </p:nvSpPr>
          <p:spPr>
            <a:xfrm>
              <a:off x="6890850" y="2109800"/>
              <a:ext cx="418800" cy="4188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60"/>
          <p:cNvSpPr txBox="1"/>
          <p:nvPr>
            <p:ph type="title"/>
          </p:nvPr>
        </p:nvSpPr>
        <p:spPr>
          <a:xfrm>
            <a:off x="720000" y="1686150"/>
            <a:ext cx="3053100" cy="657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1800" b="1">
                <a:latin typeface="Poppins"/>
              </a:rPr>
              <a:t>Operational Cloud Deployment &amp; Software Architecture</a:t>
            </a:r>
            <a:endParaRPr/>
          </a:p>
        </p:txBody>
      </p:sp>
      <p:sp>
        <p:nvSpPr>
          <p:cNvPr id="701" name="Google Shape;701;p60"/>
          <p:cNvSpPr txBox="1"/>
          <p:nvPr>
            <p:ph idx="1" type="subTitle"/>
          </p:nvPr>
        </p:nvSpPr>
        <p:spPr>
          <a:xfrm>
            <a:off x="720000" y="2292150"/>
            <a:ext cx="3053100" cy="11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050">
                <a:latin typeface="Albert Sans"/>
              </a:rPr>
              <a:t>Lightweight Serialized Pipeline (7.8 MB joblib package):</a:t>
            </a:r>
            <a:endParaRPr/>
          </a:p>
          <a:p>
            <a:r>
              <a:rPr sz="1050">
                <a:latin typeface="Albert Sans"/>
              </a:rPr>
              <a:t>• Asynchronous FastAPI REST Microservice with sub-5ms latency</a:t>
            </a:r>
          </a:p>
          <a:p>
            <a:r>
              <a:rPr sz="1050">
                <a:latin typeface="Albert Sans"/>
              </a:rPr>
              <a:t>• Containerized Docker packaging for edge (Raspberry Pi) and cloud</a:t>
            </a:r>
          </a:p>
          <a:p>
            <a:r>
              <a:rPr sz="1050">
                <a:latin typeface="Albert Sans"/>
              </a:rPr>
              <a:t>• Automated US EPA AQI category classification &amp; health advisories</a:t>
            </a:r>
          </a:p>
          <a:p>
            <a:r>
              <a:rPr sz="1050">
                <a:latin typeface="Albert Sans"/>
              </a:rPr>
              <a:t>• Ready for immediate plug-and-play municipal network integration.</a:t>
            </a:r>
          </a:p>
        </p:txBody>
      </p:sp>
      <p:grpSp>
        <p:nvGrpSpPr>
          <p:cNvPr id="702" name="Google Shape;702;p60"/>
          <p:cNvGrpSpPr/>
          <p:nvPr/>
        </p:nvGrpSpPr>
        <p:grpSpPr>
          <a:xfrm>
            <a:off x="4179360" y="941661"/>
            <a:ext cx="4038638" cy="3260200"/>
            <a:chOff x="4392135" y="1017736"/>
            <a:chExt cx="4038638" cy="3260200"/>
          </a:xfrm>
        </p:grpSpPr>
        <p:grpSp>
          <p:nvGrpSpPr>
            <p:cNvPr id="703" name="Google Shape;703;p60"/>
            <p:cNvGrpSpPr/>
            <p:nvPr/>
          </p:nvGrpSpPr>
          <p:grpSpPr>
            <a:xfrm>
              <a:off x="4392135" y="1017736"/>
              <a:ext cx="4038638" cy="3260200"/>
              <a:chOff x="944075" y="1247775"/>
              <a:chExt cx="3619500" cy="2921850"/>
            </a:xfrm>
          </p:grpSpPr>
          <p:sp>
            <p:nvSpPr>
              <p:cNvPr id="704" name="Google Shape;704;p60"/>
              <p:cNvSpPr/>
              <p:nvPr/>
            </p:nvSpPr>
            <p:spPr>
              <a:xfrm>
                <a:off x="2470439" y="3747676"/>
                <a:ext cx="566700" cy="287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0"/>
              <p:cNvSpPr/>
              <p:nvPr/>
            </p:nvSpPr>
            <p:spPr>
              <a:xfrm>
                <a:off x="2114375" y="4035525"/>
                <a:ext cx="1278900" cy="1341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0"/>
              <p:cNvSpPr/>
              <p:nvPr/>
            </p:nvSpPr>
            <p:spPr>
              <a:xfrm>
                <a:off x="944075" y="1247775"/>
                <a:ext cx="3619500" cy="2499900"/>
              </a:xfrm>
              <a:prstGeom prst="roundRect">
                <a:avLst>
                  <a:gd fmla="val 379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7" name="Google Shape;707;p60"/>
            <p:cNvSpPr/>
            <p:nvPr/>
          </p:nvSpPr>
          <p:spPr>
            <a:xfrm>
              <a:off x="6147600" y="3499875"/>
              <a:ext cx="527700" cy="102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09" name="Picture 708" descr="actual vs predicted line plot (300 points subset).png"/>
          <p:cNvPicPr>
            <a:picLocks noChangeAspect="1"/>
          </p:cNvPicPr>
          <p:nvPr/>
        </p:nvPicPr>
        <p:blipFill>
          <a:blip r:embed="rId4"/>
          <a:stretch>
            <a:fillRect/>
          </a:stretch>
        </p:blipFill>
        <p:spPr>
          <a:xfrm>
            <a:off x="4299725" y="1098525"/>
            <a:ext cx="3797851" cy="213629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1"/>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3600" b="1">
                <a:latin typeface="Poppins"/>
              </a:rPr>
              <a:t>Thank You!</a:t>
            </a:r>
            <a:endParaRPr/>
          </a:p>
        </p:txBody>
      </p:sp>
      <p:sp>
        <p:nvSpPr>
          <p:cNvPr id="714" name="Google Shape;714;p61"/>
          <p:cNvSpPr txBox="1"/>
          <p:nvPr>
            <p:ph idx="1" type="subTitle"/>
          </p:nvPr>
        </p:nvSpPr>
        <p:spPr>
          <a:xfrm>
            <a:off x="2347950" y="1598712"/>
            <a:ext cx="4448100" cy="122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sz="1200" b="0">
                <a:latin typeface="Albert Sans"/>
              </a:rPr>
              <a:t>Questions, Critiques &amp; Discussion</a:t>
            </a:r>
            <a:endParaRPr b="1" sz="1600"/>
          </a:p>
          <a:p>
            <a:pPr indent="0" lvl="0" marL="0" rtl="0" algn="ctr">
              <a:spcBef>
                <a:spcPts val="0"/>
              </a:spcBef>
              <a:spcAft>
                <a:spcPts val="0"/>
              </a:spcAft>
              <a:buNone/>
            </a:pPr>
            <a:endParaRPr/>
          </a:p>
          <a:p>
            <a:pPr indent="0" lvl="0" marL="0" rtl="0" algn="ctr">
              <a:spcBef>
                <a:spcPts val="0"/>
              </a:spcBef>
              <a:spcAft>
                <a:spcPts val="0"/>
              </a:spcAft>
              <a:buNone/>
            </a:pPr>
            <a:r>
              <a:rPr sz="1200" b="0">
                <a:latin typeface="Albert Sans"/>
              </a:rPr>
              <a:t>Candidate: Neal Allison Hughes (Student ID: 11178252)</a:t>
            </a:r>
            <a:endParaRPr/>
          </a:p>
          <a:p>
            <a:pPr indent="0" lvl="0" marL="0" rtl="0" algn="ctr">
              <a:spcBef>
                <a:spcPts val="0"/>
              </a:spcBef>
              <a:spcAft>
                <a:spcPts val="0"/>
              </a:spcAft>
              <a:buNone/>
            </a:pPr>
            <a:r>
              <a:rPr sz="1200" b="0">
                <a:latin typeface="Albert Sans"/>
              </a:rPr>
              <a:t>Principal Supervisor: Prof. Isaac Wiafe (Department of Computer Science)</a:t>
            </a:r>
            <a:endParaRPr/>
          </a:p>
          <a:p>
            <a:r>
              <a:rPr sz="1200" b="0">
                <a:latin typeface="Albert Sans"/>
              </a:rPr>
              <a:t>Testing Hub: African Sensor Evaluation and Training Facility (Afri-SET), Dept. of Physics</a:t>
            </a:r>
          </a:p>
          <a:p>
            <a:r>
              <a:rPr sz="1200" b="0">
                <a:latin typeface="Albert Sans"/>
              </a:rPr>
              <a:t>Department of Computer Science, University of Ghana, Legon</a:t>
            </a:r>
          </a:p>
        </p:txBody>
      </p:sp>
      <p:sp>
        <p:nvSpPr>
          <p:cNvPr id="715" name="Google Shape;715;p61"/>
          <p:cNvSpPr txBox="1"/>
          <p:nvPr/>
        </p:nvSpPr>
        <p:spPr>
          <a:xfrm>
            <a:off x="2496150" y="4348175"/>
            <a:ext cx="4151700" cy="26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sz="1000">
                <a:latin typeface="Albert Sans"/>
              </a:rPr>
              <a:t>BSc Computer Science Final Year Project Defense | Academic Year 2025/2026</a:t>
            </a:r>
            <a:endParaRPr sz="1200">
              <a:solidFill>
                <a:schemeClr val="dk1"/>
              </a:solidFill>
              <a:latin typeface="Albert Sans"/>
              <a:ea typeface="Albert Sans"/>
              <a:cs typeface="Albert Sans"/>
              <a:sym typeface="Albert Sans"/>
            </a:endParaRPr>
          </a:p>
        </p:txBody>
      </p:sp>
      <p:grpSp>
        <p:nvGrpSpPr>
          <p:cNvPr id="716" name="Google Shape;716;p61"/>
          <p:cNvGrpSpPr/>
          <p:nvPr/>
        </p:nvGrpSpPr>
        <p:grpSpPr>
          <a:xfrm>
            <a:off x="2786936" y="2922426"/>
            <a:ext cx="387681" cy="387661"/>
            <a:chOff x="266768" y="1721375"/>
            <a:chExt cx="397907" cy="397887"/>
          </a:xfrm>
        </p:grpSpPr>
        <p:sp>
          <p:nvSpPr>
            <p:cNvPr id="717" name="Google Shape;717;p61"/>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61"/>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 name="Google Shape;719;p61"/>
          <p:cNvGrpSpPr/>
          <p:nvPr/>
        </p:nvGrpSpPr>
        <p:grpSpPr>
          <a:xfrm>
            <a:off x="4907725" y="2922426"/>
            <a:ext cx="387661" cy="387661"/>
            <a:chOff x="1379798" y="1723250"/>
            <a:chExt cx="397887" cy="397887"/>
          </a:xfrm>
        </p:grpSpPr>
        <p:sp>
          <p:nvSpPr>
            <p:cNvPr id="720" name="Google Shape;720;p61"/>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61"/>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61"/>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61"/>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 name="Google Shape;724;p61"/>
          <p:cNvGrpSpPr/>
          <p:nvPr/>
        </p:nvGrpSpPr>
        <p:grpSpPr>
          <a:xfrm>
            <a:off x="3847351" y="2922426"/>
            <a:ext cx="387641" cy="387661"/>
            <a:chOff x="864491" y="1723250"/>
            <a:chExt cx="397866" cy="397887"/>
          </a:xfrm>
        </p:grpSpPr>
        <p:sp>
          <p:nvSpPr>
            <p:cNvPr id="725" name="Google Shape;725;p61"/>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61"/>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61"/>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 name="Google Shape;728;p61"/>
          <p:cNvGrpSpPr/>
          <p:nvPr/>
        </p:nvGrpSpPr>
        <p:grpSpPr>
          <a:xfrm>
            <a:off x="5968120" y="2921773"/>
            <a:ext cx="388966" cy="388966"/>
            <a:chOff x="1190625" y="238125"/>
            <a:chExt cx="5235075" cy="5235075"/>
          </a:xfrm>
        </p:grpSpPr>
        <p:sp>
          <p:nvSpPr>
            <p:cNvPr id="729" name="Google Shape;729;p61"/>
            <p:cNvSpPr/>
            <p:nvPr/>
          </p:nvSpPr>
          <p:spPr>
            <a:xfrm>
              <a:off x="2315100" y="1168900"/>
              <a:ext cx="2952100" cy="3373700"/>
            </a:xfrm>
            <a:custGeom>
              <a:rect b="b" l="l" r="r" t="t"/>
              <a:pathLst>
                <a:path extrusionOk="0" h="134948" w="118084">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61"/>
            <p:cNvSpPr/>
            <p:nvPr/>
          </p:nvSpPr>
          <p:spPr>
            <a:xfrm>
              <a:off x="1190625" y="238125"/>
              <a:ext cx="5235075" cy="5235075"/>
            </a:xfrm>
            <a:custGeom>
              <a:rect b="b" l="l" r="r" t="t"/>
              <a:pathLst>
                <a:path extrusionOk="0" h="209403" w="209403">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Alternative resources</a:t>
            </a:r>
            <a:endParaRPr/>
          </a:p>
        </p:txBody>
      </p:sp>
      <p:sp>
        <p:nvSpPr>
          <p:cNvPr id="736" name="Google Shape;736;p62"/>
          <p:cNvSpPr txBox="1"/>
          <p:nvPr>
            <p:ph idx="1" type="body"/>
          </p:nvPr>
        </p:nvSpPr>
        <p:spPr>
          <a:xfrm>
            <a:off x="720000" y="1215750"/>
            <a:ext cx="7704000" cy="105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an assortment of alternative resources whose style fits the one of this template: </a:t>
            </a:r>
            <a:endParaRPr/>
          </a:p>
          <a:p>
            <a:pPr indent="0" lvl="0" marL="0" rtl="0" algn="l">
              <a:spcBef>
                <a:spcPts val="1000"/>
              </a:spcBef>
              <a:spcAft>
                <a:spcPts val="0"/>
              </a:spcAft>
              <a:buNone/>
            </a:pPr>
            <a:r>
              <a:rPr b="1" lang="en"/>
              <a:t>Vectors</a:t>
            </a:r>
            <a:endParaRPr b="1"/>
          </a:p>
          <a:p>
            <a:pPr indent="-215900" lvl="0" marL="241300" rtl="0" algn="l">
              <a:spcBef>
                <a:spcPts val="1000"/>
              </a:spcBef>
              <a:spcAft>
                <a:spcPts val="0"/>
              </a:spcAft>
              <a:buSzPts val="1400"/>
              <a:buChar char="●"/>
            </a:pPr>
            <a:r>
              <a:rPr lang="en" u="sng">
                <a:solidFill>
                  <a:schemeClr val="hlink"/>
                </a:solidFill>
                <a:hlinkClick r:id="rId3"/>
              </a:rPr>
              <a:t>Flat design minimalist background</a:t>
            </a:r>
            <a:endParaRPr/>
          </a:p>
        </p:txBody>
      </p:sp>
      <p:grpSp>
        <p:nvGrpSpPr>
          <p:cNvPr id="737" name="Google Shape;737;p62"/>
          <p:cNvGrpSpPr/>
          <p:nvPr/>
        </p:nvGrpSpPr>
        <p:grpSpPr>
          <a:xfrm>
            <a:off x="2774914" y="2470685"/>
            <a:ext cx="1647193" cy="2538000"/>
            <a:chOff x="2651238" y="2794146"/>
            <a:chExt cx="2244438" cy="4357829"/>
          </a:xfrm>
        </p:grpSpPr>
        <p:sp>
          <p:nvSpPr>
            <p:cNvPr id="738" name="Google Shape;738;p62"/>
            <p:cNvSpPr/>
            <p:nvPr/>
          </p:nvSpPr>
          <p:spPr>
            <a:xfrm>
              <a:off x="3943175" y="2794146"/>
              <a:ext cx="952500" cy="30297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39" name="Google Shape;739;p62"/>
            <p:cNvSpPr/>
            <p:nvPr/>
          </p:nvSpPr>
          <p:spPr>
            <a:xfrm>
              <a:off x="2960125" y="3767375"/>
              <a:ext cx="1672200" cy="33843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40" name="Google Shape;740;p62"/>
            <p:cNvSpPr/>
            <p:nvPr/>
          </p:nvSpPr>
          <p:spPr>
            <a:xfrm>
              <a:off x="2651238" y="4608575"/>
              <a:ext cx="658500" cy="2543400"/>
            </a:xfrm>
            <a:prstGeom prst="round2SameRect">
              <a:avLst>
                <a:gd fmla="val 50000" name="adj1"/>
                <a:gd fmla="val 0" name="adj2"/>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nvGrpSpPr>
          <p:cNvPr id="741" name="Google Shape;741;p62"/>
          <p:cNvGrpSpPr/>
          <p:nvPr/>
        </p:nvGrpSpPr>
        <p:grpSpPr>
          <a:xfrm>
            <a:off x="7094763" y="2313338"/>
            <a:ext cx="1069800" cy="2581884"/>
            <a:chOff x="6828600" y="2288050"/>
            <a:chExt cx="1069800" cy="2581884"/>
          </a:xfrm>
        </p:grpSpPr>
        <p:sp>
          <p:nvSpPr>
            <p:cNvPr id="742" name="Google Shape;742;p62"/>
            <p:cNvSpPr/>
            <p:nvPr/>
          </p:nvSpPr>
          <p:spPr>
            <a:xfrm>
              <a:off x="6828600" y="3152134"/>
              <a:ext cx="1069800" cy="1717800"/>
            </a:xfrm>
            <a:prstGeom prst="roundRect">
              <a:avLst>
                <a:gd fmla="val 50000" name="adj"/>
              </a:avLst>
            </a:prstGeom>
            <a:solidFill>
              <a:srgbClr val="74CEC4">
                <a:alpha val="6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43" name="Google Shape;743;p62"/>
            <p:cNvSpPr/>
            <p:nvPr/>
          </p:nvSpPr>
          <p:spPr>
            <a:xfrm>
              <a:off x="6939804" y="2288050"/>
              <a:ext cx="108000" cy="1377600"/>
            </a:xfrm>
            <a:prstGeom prst="roundRect">
              <a:avLst>
                <a:gd fmla="val 50000" name="adj"/>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44" name="Google Shape;744;p62"/>
            <p:cNvSpPr/>
            <p:nvPr/>
          </p:nvSpPr>
          <p:spPr>
            <a:xfrm>
              <a:off x="7309544" y="2639386"/>
              <a:ext cx="108000" cy="1377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nvGrpSpPr>
          <p:cNvPr id="745" name="Google Shape;745;p62"/>
          <p:cNvGrpSpPr/>
          <p:nvPr/>
        </p:nvGrpSpPr>
        <p:grpSpPr>
          <a:xfrm>
            <a:off x="979397" y="2901072"/>
            <a:ext cx="1488656" cy="1406400"/>
            <a:chOff x="713235" y="2860522"/>
            <a:chExt cx="1488656" cy="1406400"/>
          </a:xfrm>
        </p:grpSpPr>
        <p:sp>
          <p:nvSpPr>
            <p:cNvPr id="746" name="Google Shape;746;p62"/>
            <p:cNvSpPr/>
            <p:nvPr/>
          </p:nvSpPr>
          <p:spPr>
            <a:xfrm rot="-5400000">
              <a:off x="1360691" y="3143210"/>
              <a:ext cx="841200" cy="8412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47" name="Google Shape;747;p62"/>
            <p:cNvSpPr/>
            <p:nvPr/>
          </p:nvSpPr>
          <p:spPr>
            <a:xfrm rot="1255860">
              <a:off x="871848" y="3019135"/>
              <a:ext cx="1089173" cy="1089173"/>
            </a:xfrm>
            <a:prstGeom prst="chord">
              <a:avLst>
                <a:gd fmla="val 4507685" name="adj1"/>
                <a:gd fmla="val 14613128"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grpSp>
        <p:nvGrpSpPr>
          <p:cNvPr id="748" name="Google Shape;748;p62"/>
          <p:cNvGrpSpPr/>
          <p:nvPr/>
        </p:nvGrpSpPr>
        <p:grpSpPr>
          <a:xfrm>
            <a:off x="5002687" y="3192675"/>
            <a:ext cx="1500001" cy="1216725"/>
            <a:chOff x="4736524" y="3152125"/>
            <a:chExt cx="1500001" cy="1216725"/>
          </a:xfrm>
        </p:grpSpPr>
        <p:sp>
          <p:nvSpPr>
            <p:cNvPr id="749" name="Google Shape;749;p62"/>
            <p:cNvSpPr/>
            <p:nvPr/>
          </p:nvSpPr>
          <p:spPr>
            <a:xfrm rot="5400000">
              <a:off x="4992874" y="3290650"/>
              <a:ext cx="395100" cy="907800"/>
            </a:xfrm>
            <a:prstGeom prst="round2Diag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50" name="Google Shape;750;p62"/>
            <p:cNvSpPr/>
            <p:nvPr/>
          </p:nvSpPr>
          <p:spPr>
            <a:xfrm rot="5400000">
              <a:off x="5137025" y="3269350"/>
              <a:ext cx="699000" cy="1500000"/>
            </a:xfrm>
            <a:prstGeom prst="round2SameRect">
              <a:avLst>
                <a:gd fmla="val 48627" name="adj1"/>
                <a:gd fmla="val 0" name="adj2"/>
              </a:avLst>
            </a:prstGeom>
            <a:solidFill>
              <a:srgbClr val="0584A4">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751" name="Google Shape;751;p62"/>
            <p:cNvSpPr/>
            <p:nvPr/>
          </p:nvSpPr>
          <p:spPr>
            <a:xfrm>
              <a:off x="5644325" y="3152125"/>
              <a:ext cx="395100" cy="395100"/>
            </a:xfrm>
            <a:prstGeom prst="ellipse">
              <a:avLst/>
            </a:prstGeom>
            <a:solidFill>
              <a:srgbClr val="F2557A">
                <a:alpha val="6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757" name="Google Shape;757;p63"/>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Did you like the resources on this template? Get them for free at our other websites:</a:t>
            </a:r>
            <a:endParaRPr/>
          </a:p>
          <a:p>
            <a:pPr indent="0" lvl="0" marL="0" rtl="0" algn="l">
              <a:spcBef>
                <a:spcPts val="1000"/>
              </a:spcBef>
              <a:spcAft>
                <a:spcPts val="0"/>
              </a:spcAft>
              <a:buNone/>
            </a:pPr>
            <a:r>
              <a:rPr b="1" lang="en"/>
              <a:t>Vectors</a:t>
            </a:r>
            <a:endParaRPr b="1"/>
          </a:p>
          <a:p>
            <a:pPr indent="-215900" lvl="0" marL="241300" rtl="0" algn="l">
              <a:spcBef>
                <a:spcPts val="1000"/>
              </a:spcBef>
              <a:spcAft>
                <a:spcPts val="0"/>
              </a:spcAft>
              <a:buSzPts val="1400"/>
              <a:buChar char="●"/>
            </a:pPr>
            <a:r>
              <a:rPr lang="en" u="sng">
                <a:solidFill>
                  <a:schemeClr val="hlink"/>
                </a:solidFill>
                <a:hlinkClick r:id="rId3"/>
              </a:rPr>
              <a:t>Modern duotone green nursing medical business card</a:t>
            </a:r>
            <a:endParaRPr/>
          </a:p>
          <a:p>
            <a:pPr indent="0" lvl="0" marL="241300" rtl="0" algn="l">
              <a:spcBef>
                <a:spcPts val="0"/>
              </a:spcBef>
              <a:spcAft>
                <a:spcPts val="0"/>
              </a:spcAft>
              <a:buNone/>
            </a:pPr>
            <a:r>
              <a:t/>
            </a:r>
            <a:endParaRPr/>
          </a:p>
          <a:p>
            <a:pPr indent="0" lvl="0" marL="0" rtl="0" algn="l">
              <a:spcBef>
                <a:spcPts val="0"/>
              </a:spcBef>
              <a:spcAft>
                <a:spcPts val="0"/>
              </a:spcAft>
              <a:buNone/>
            </a:pPr>
            <a:r>
              <a:rPr b="1" lang="en"/>
              <a:t>Photos</a:t>
            </a:r>
            <a:endParaRPr b="1"/>
          </a:p>
          <a:p>
            <a:pPr indent="-215900" lvl="0" marL="241300" rtl="0" algn="l">
              <a:spcBef>
                <a:spcPts val="1000"/>
              </a:spcBef>
              <a:spcAft>
                <a:spcPts val="0"/>
              </a:spcAft>
              <a:buSzPts val="1400"/>
              <a:buChar char="●"/>
            </a:pPr>
            <a:r>
              <a:rPr lang="en" u="sng">
                <a:solidFill>
                  <a:schemeClr val="hlink"/>
                </a:solidFill>
                <a:hlinkClick r:id="rId4"/>
              </a:rPr>
              <a:t>Abstract various dark blue bubbles texture</a:t>
            </a:r>
            <a:endParaRPr/>
          </a:p>
          <a:p>
            <a:pPr indent="-215900" lvl="0" marL="241300" rtl="0" algn="l">
              <a:spcBef>
                <a:spcPts val="0"/>
              </a:spcBef>
              <a:spcAft>
                <a:spcPts val="0"/>
              </a:spcAft>
              <a:buSzPts val="1400"/>
              <a:buChar char="●"/>
            </a:pPr>
            <a:r>
              <a:rPr lang="en" u="sng">
                <a:solidFill>
                  <a:schemeClr val="hlink"/>
                </a:solidFill>
                <a:hlinkClick r:id="rId5"/>
              </a:rPr>
              <a:t>Medium shot man wearing earphones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73" name="Shape 773"/>
        <p:cNvGrpSpPr/>
        <p:nvPr/>
      </p:nvGrpSpPr>
      <p:grpSpPr>
        <a:xfrm>
          <a:off x="0" y="0"/>
          <a:ext cx="0" cy="0"/>
          <a:chOff x="0" y="0"/>
          <a:chExt cx="0" cy="0"/>
        </a:xfrm>
      </p:grpSpPr>
      <p:sp>
        <p:nvSpPr>
          <p:cNvPr id="774" name="Google Shape;774;p66"/>
          <p:cNvSpPr txBox="1"/>
          <p:nvPr/>
        </p:nvSpPr>
        <p:spPr>
          <a:xfrm>
            <a:off x="723400" y="1187975"/>
            <a:ext cx="7697100" cy="1466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This presentation has been made using the following fonts:</a:t>
            </a:r>
            <a:endParaRPr sz="1100">
              <a:solidFill>
                <a:schemeClr val="lt1"/>
              </a:solidFill>
            </a:endParaRPr>
          </a:p>
          <a:p>
            <a:pPr indent="0" lvl="0" marL="0" rtl="0" algn="ctr">
              <a:lnSpc>
                <a:spcPct val="100000"/>
              </a:lnSpc>
              <a:spcBef>
                <a:spcPts val="1000"/>
              </a:spcBef>
              <a:spcAft>
                <a:spcPts val="0"/>
              </a:spcAft>
              <a:buNone/>
            </a:pPr>
            <a:r>
              <a:rPr b="1" lang="en" sz="1100">
                <a:solidFill>
                  <a:schemeClr val="lt1"/>
                </a:solidFill>
              </a:rPr>
              <a:t>Poppins</a:t>
            </a:r>
            <a:endParaRPr b="1" sz="1100">
              <a:solidFill>
                <a:schemeClr val="lt1"/>
              </a:solidFill>
            </a:endParaRPr>
          </a:p>
          <a:p>
            <a:pPr indent="0" lvl="0" marL="0" rtl="0" algn="ctr">
              <a:lnSpc>
                <a:spcPct val="100000"/>
              </a:lnSpc>
              <a:spcBef>
                <a:spcPts val="0"/>
              </a:spcBef>
              <a:spcAft>
                <a:spcPts val="0"/>
              </a:spcAft>
              <a:buNone/>
            </a:pPr>
            <a:r>
              <a:rPr lang="en" sz="1100">
                <a:solidFill>
                  <a:schemeClr val="lt1"/>
                </a:solidFill>
              </a:rPr>
              <a:t>(</a:t>
            </a:r>
            <a:r>
              <a:rPr lang="en" sz="1100" u="sng">
                <a:solidFill>
                  <a:schemeClr val="lt1"/>
                </a:solidFill>
                <a:hlinkClick r:id="rId3">
                  <a:extLst>
                    <a:ext uri="{A12FA001-AC4F-418D-AE19-62706E023703}">
                      <ahyp:hlinkClr val="tx"/>
                    </a:ext>
                  </a:extLst>
                </a:hlinkClick>
              </a:rPr>
              <a:t>https://fonts.google.com/specimen/Poppins</a:t>
            </a:r>
            <a:r>
              <a:rPr lang="en" sz="1100">
                <a:solidFill>
                  <a:schemeClr val="lt1"/>
                </a:solidFill>
              </a:rPr>
              <a:t>)</a:t>
            </a:r>
            <a:endParaRPr sz="1100">
              <a:solidFill>
                <a:schemeClr val="lt1"/>
              </a:solidFill>
            </a:endParaRPr>
          </a:p>
          <a:p>
            <a:pPr indent="0" lvl="0" marL="0" rtl="0" algn="ctr">
              <a:lnSpc>
                <a:spcPct val="100000"/>
              </a:lnSpc>
              <a:spcBef>
                <a:spcPts val="0"/>
              </a:spcBef>
              <a:spcAft>
                <a:spcPts val="0"/>
              </a:spcAft>
              <a:buNone/>
            </a:pPr>
            <a:r>
              <a:t/>
            </a:r>
            <a:endParaRPr sz="1100">
              <a:solidFill>
                <a:schemeClr val="lt1"/>
              </a:solidFill>
            </a:endParaRPr>
          </a:p>
          <a:p>
            <a:pPr indent="0" lvl="0" marL="0" rtl="0" algn="ctr">
              <a:lnSpc>
                <a:spcPct val="100000"/>
              </a:lnSpc>
              <a:spcBef>
                <a:spcPts val="0"/>
              </a:spcBef>
              <a:spcAft>
                <a:spcPts val="0"/>
              </a:spcAft>
              <a:buNone/>
            </a:pPr>
            <a:r>
              <a:rPr b="1" lang="en" sz="1100">
                <a:solidFill>
                  <a:schemeClr val="lt1"/>
                </a:solidFill>
              </a:rPr>
              <a:t>Albert Sans</a:t>
            </a:r>
            <a:endParaRPr b="1" sz="1100">
              <a:solidFill>
                <a:schemeClr val="lt1"/>
              </a:solidFill>
            </a:endParaRPr>
          </a:p>
          <a:p>
            <a:pPr indent="0" lvl="0" marL="0" rtl="0" algn="ctr">
              <a:lnSpc>
                <a:spcPct val="100000"/>
              </a:lnSpc>
              <a:spcBef>
                <a:spcPts val="0"/>
              </a:spcBef>
              <a:spcAft>
                <a:spcPts val="0"/>
              </a:spcAft>
              <a:buNone/>
            </a:pPr>
            <a:r>
              <a:rPr lang="en" sz="1100">
                <a:solidFill>
                  <a:schemeClr val="lt1"/>
                </a:solidFill>
              </a:rPr>
              <a:t>(</a:t>
            </a:r>
            <a:r>
              <a:rPr lang="en" sz="1100" u="sng">
                <a:solidFill>
                  <a:schemeClr val="lt1"/>
                </a:solidFill>
                <a:hlinkClick r:id="rId4">
                  <a:extLst>
                    <a:ext uri="{A12FA001-AC4F-418D-AE19-62706E023703}">
                      <ahyp:hlinkClr val="tx"/>
                    </a:ext>
                  </a:extLst>
                </a:hlinkClick>
              </a:rPr>
              <a:t>https://fonts.google.com/specimen/Albert+Sans</a:t>
            </a:r>
            <a:r>
              <a:rPr lang="en" sz="1100">
                <a:solidFill>
                  <a:schemeClr val="lt1"/>
                </a:solidFill>
              </a:rPr>
              <a:t>)</a:t>
            </a:r>
            <a:endParaRPr sz="1100">
              <a:solidFill>
                <a:schemeClr val="lt1"/>
              </a:solidFill>
            </a:endParaRPr>
          </a:p>
          <a:p>
            <a:pPr indent="0" lvl="0" marL="0" rtl="0" algn="l">
              <a:lnSpc>
                <a:spcPct val="100000"/>
              </a:lnSpc>
              <a:spcBef>
                <a:spcPts val="0"/>
              </a:spcBef>
              <a:spcAft>
                <a:spcPts val="0"/>
              </a:spcAft>
              <a:buNone/>
            </a:pPr>
            <a:r>
              <a:t/>
            </a:r>
            <a:endParaRPr sz="1100">
              <a:solidFill>
                <a:schemeClr val="lt1"/>
              </a:solidFill>
            </a:endParaRPr>
          </a:p>
        </p:txBody>
      </p:sp>
      <p:sp>
        <p:nvSpPr>
          <p:cNvPr id="775" name="Google Shape;775;p66"/>
          <p:cNvSpPr/>
          <p:nvPr/>
        </p:nvSpPr>
        <p:spPr>
          <a:xfrm>
            <a:off x="2052650" y="2947175"/>
            <a:ext cx="791400" cy="754200"/>
          </a:xfrm>
          <a:prstGeom prst="roundRect">
            <a:avLst>
              <a:gd fmla="val 16667" name="adj"/>
            </a:avLst>
          </a:prstGeom>
          <a:solidFill>
            <a:srgbClr val="0B355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66"/>
          <p:cNvSpPr/>
          <p:nvPr/>
        </p:nvSpPr>
        <p:spPr>
          <a:xfrm>
            <a:off x="3114470" y="2947175"/>
            <a:ext cx="791400" cy="754200"/>
          </a:xfrm>
          <a:prstGeom prst="roundRect">
            <a:avLst>
              <a:gd fmla="val 16667" name="adj"/>
            </a:avLst>
          </a:prstGeom>
          <a:solidFill>
            <a:srgbClr val="F6F6F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66"/>
          <p:cNvSpPr/>
          <p:nvPr/>
        </p:nvSpPr>
        <p:spPr>
          <a:xfrm>
            <a:off x="4176289" y="2947175"/>
            <a:ext cx="791400" cy="754200"/>
          </a:xfrm>
          <a:prstGeom prst="roundRect">
            <a:avLst>
              <a:gd fmla="val 16667" name="adj"/>
            </a:avLst>
          </a:prstGeom>
          <a:solidFill>
            <a:srgbClr val="0584A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66"/>
          <p:cNvSpPr txBox="1"/>
          <p:nvPr/>
        </p:nvSpPr>
        <p:spPr>
          <a:xfrm>
            <a:off x="205265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#0b3550</a:t>
            </a:r>
            <a:endParaRPr sz="1000">
              <a:solidFill>
                <a:srgbClr val="FFFFFF"/>
              </a:solidFill>
            </a:endParaRPr>
          </a:p>
        </p:txBody>
      </p:sp>
      <p:sp>
        <p:nvSpPr>
          <p:cNvPr id="779" name="Google Shape;779;p66"/>
          <p:cNvSpPr txBox="1"/>
          <p:nvPr/>
        </p:nvSpPr>
        <p:spPr>
          <a:xfrm>
            <a:off x="311447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#f6f6f6</a:t>
            </a:r>
            <a:endParaRPr sz="1000">
              <a:solidFill>
                <a:schemeClr val="dk1"/>
              </a:solidFill>
            </a:endParaRPr>
          </a:p>
        </p:txBody>
      </p:sp>
      <p:sp>
        <p:nvSpPr>
          <p:cNvPr id="780" name="Google Shape;780;p66"/>
          <p:cNvSpPr txBox="1"/>
          <p:nvPr/>
        </p:nvSpPr>
        <p:spPr>
          <a:xfrm>
            <a:off x="417630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#0584a4</a:t>
            </a:r>
            <a:endParaRPr sz="1000">
              <a:solidFill>
                <a:srgbClr val="FFFFFF"/>
              </a:solidFill>
            </a:endParaRPr>
          </a:p>
        </p:txBody>
      </p:sp>
      <p:sp>
        <p:nvSpPr>
          <p:cNvPr id="781" name="Google Shape;781;p66"/>
          <p:cNvSpPr/>
          <p:nvPr/>
        </p:nvSpPr>
        <p:spPr>
          <a:xfrm>
            <a:off x="5238125" y="2947175"/>
            <a:ext cx="791400" cy="754200"/>
          </a:xfrm>
          <a:prstGeom prst="roundRect">
            <a:avLst>
              <a:gd fmla="val 16667" name="adj"/>
            </a:avLst>
          </a:prstGeom>
          <a:solidFill>
            <a:srgbClr val="74CEC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66"/>
          <p:cNvSpPr txBox="1"/>
          <p:nvPr/>
        </p:nvSpPr>
        <p:spPr>
          <a:xfrm>
            <a:off x="523812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#74cec4</a:t>
            </a:r>
            <a:endParaRPr sz="1000">
              <a:solidFill>
                <a:schemeClr val="dk1"/>
              </a:solidFill>
            </a:endParaRPr>
          </a:p>
        </p:txBody>
      </p:sp>
      <p:sp>
        <p:nvSpPr>
          <p:cNvPr id="783" name="Google Shape;783;p66"/>
          <p:cNvSpPr/>
          <p:nvPr/>
        </p:nvSpPr>
        <p:spPr>
          <a:xfrm>
            <a:off x="6299950" y="2947175"/>
            <a:ext cx="791400" cy="754200"/>
          </a:xfrm>
          <a:prstGeom prst="roundRect">
            <a:avLst>
              <a:gd fmla="val 16667" name="adj"/>
            </a:avLst>
          </a:prstGeom>
          <a:solidFill>
            <a:srgbClr val="F2557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66"/>
          <p:cNvSpPr txBox="1"/>
          <p:nvPr/>
        </p:nvSpPr>
        <p:spPr>
          <a:xfrm>
            <a:off x="629995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#f2557a</a:t>
            </a:r>
            <a:endParaRPr sz="1000">
              <a:solidFill>
                <a:srgbClr val="FFFFFF"/>
              </a:solidFill>
            </a:endParaRPr>
          </a:p>
        </p:txBody>
      </p:sp>
      <p:sp>
        <p:nvSpPr>
          <p:cNvPr id="785" name="Google Shape;785;p6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Fonts &amp; colors used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805" name="Shape 805"/>
        <p:cNvGrpSpPr/>
        <p:nvPr/>
      </p:nvGrpSpPr>
      <p:grpSpPr>
        <a:xfrm>
          <a:off x="0" y="0"/>
          <a:ext cx="0" cy="0"/>
          <a:chOff x="0" y="0"/>
          <a:chExt cx="0" cy="0"/>
        </a:xfrm>
      </p:grpSpPr>
      <p:grpSp>
        <p:nvGrpSpPr>
          <p:cNvPr id="806" name="Google Shape;806;p68"/>
          <p:cNvGrpSpPr/>
          <p:nvPr/>
        </p:nvGrpSpPr>
        <p:grpSpPr>
          <a:xfrm>
            <a:off x="5048544" y="3019584"/>
            <a:ext cx="442841" cy="514271"/>
            <a:chOff x="4727025" y="1332775"/>
            <a:chExt cx="59900" cy="69625"/>
          </a:xfrm>
        </p:grpSpPr>
        <p:sp>
          <p:nvSpPr>
            <p:cNvPr id="807" name="Google Shape;807;p68"/>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8"/>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 name="Google Shape;809;p68"/>
          <p:cNvGrpSpPr/>
          <p:nvPr/>
        </p:nvGrpSpPr>
        <p:grpSpPr>
          <a:xfrm>
            <a:off x="5723860" y="2267072"/>
            <a:ext cx="500909" cy="500899"/>
            <a:chOff x="4820425" y="1329900"/>
            <a:chExt cx="70175" cy="70350"/>
          </a:xfrm>
        </p:grpSpPr>
        <p:sp>
          <p:nvSpPr>
            <p:cNvPr id="810" name="Google Shape;810;p68"/>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68"/>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68"/>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68"/>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4" name="Google Shape;814;p68"/>
          <p:cNvGrpSpPr/>
          <p:nvPr/>
        </p:nvGrpSpPr>
        <p:grpSpPr>
          <a:xfrm>
            <a:off x="6376484" y="2278862"/>
            <a:ext cx="538135" cy="493119"/>
            <a:chOff x="4903200" y="1331525"/>
            <a:chExt cx="73575" cy="67425"/>
          </a:xfrm>
        </p:grpSpPr>
        <p:sp>
          <p:nvSpPr>
            <p:cNvPr id="815" name="Google Shape;815;p68"/>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6" name="Google Shape;816;p68"/>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7" name="Google Shape;817;p68"/>
          <p:cNvGrpSpPr/>
          <p:nvPr/>
        </p:nvGrpSpPr>
        <p:grpSpPr>
          <a:xfrm>
            <a:off x="5636435" y="3020840"/>
            <a:ext cx="544563" cy="511895"/>
            <a:chOff x="4815575" y="1416800"/>
            <a:chExt cx="73750" cy="71400"/>
          </a:xfrm>
        </p:grpSpPr>
        <p:sp>
          <p:nvSpPr>
            <p:cNvPr id="818" name="Google Shape;818;p68"/>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68"/>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68"/>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1" name="Google Shape;821;p68"/>
          <p:cNvGrpSpPr/>
          <p:nvPr/>
        </p:nvGrpSpPr>
        <p:grpSpPr>
          <a:xfrm>
            <a:off x="6333060" y="3020546"/>
            <a:ext cx="602914" cy="512477"/>
            <a:chOff x="4902475" y="1418875"/>
            <a:chExt cx="74500" cy="63775"/>
          </a:xfrm>
        </p:grpSpPr>
        <p:sp>
          <p:nvSpPr>
            <p:cNvPr id="822" name="Google Shape;822;p68"/>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68"/>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 name="Google Shape;824;p68"/>
          <p:cNvGrpSpPr/>
          <p:nvPr/>
        </p:nvGrpSpPr>
        <p:grpSpPr>
          <a:xfrm>
            <a:off x="5748932" y="3759785"/>
            <a:ext cx="515391" cy="525699"/>
            <a:chOff x="4818100" y="1507675"/>
            <a:chExt cx="71225" cy="71625"/>
          </a:xfrm>
        </p:grpSpPr>
        <p:sp>
          <p:nvSpPr>
            <p:cNvPr id="825" name="Google Shape;825;p68"/>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68"/>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68"/>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68"/>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68"/>
          <p:cNvGrpSpPr/>
          <p:nvPr/>
        </p:nvGrpSpPr>
        <p:grpSpPr>
          <a:xfrm>
            <a:off x="5087034" y="3781317"/>
            <a:ext cx="522956" cy="489869"/>
            <a:chOff x="4721450" y="1509475"/>
            <a:chExt cx="79350" cy="74325"/>
          </a:xfrm>
        </p:grpSpPr>
        <p:sp>
          <p:nvSpPr>
            <p:cNvPr id="830" name="Google Shape;830;p68"/>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68"/>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68"/>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8"/>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4" name="Google Shape;834;p68"/>
          <p:cNvGrpSpPr/>
          <p:nvPr/>
        </p:nvGrpSpPr>
        <p:grpSpPr>
          <a:xfrm>
            <a:off x="6410277" y="3761069"/>
            <a:ext cx="525704" cy="535436"/>
            <a:chOff x="4906800" y="1507500"/>
            <a:chExt cx="70350" cy="71075"/>
          </a:xfrm>
        </p:grpSpPr>
        <p:sp>
          <p:nvSpPr>
            <p:cNvPr id="835" name="Google Shape;835;p68"/>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8"/>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8"/>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68"/>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8"/>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 name="Google Shape;840;p68"/>
          <p:cNvGrpSpPr/>
          <p:nvPr/>
        </p:nvGrpSpPr>
        <p:grpSpPr>
          <a:xfrm>
            <a:off x="4443099" y="2267050"/>
            <a:ext cx="508054" cy="508095"/>
            <a:chOff x="3736598" y="2170606"/>
            <a:chExt cx="404889" cy="404889"/>
          </a:xfrm>
        </p:grpSpPr>
        <p:sp>
          <p:nvSpPr>
            <p:cNvPr id="841" name="Google Shape;841;p68"/>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68"/>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8"/>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68"/>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5" name="Google Shape;845;p68"/>
          <p:cNvGrpSpPr/>
          <p:nvPr/>
        </p:nvGrpSpPr>
        <p:grpSpPr>
          <a:xfrm>
            <a:off x="3731139" y="2267145"/>
            <a:ext cx="575790" cy="507904"/>
            <a:chOff x="3161917" y="2170682"/>
            <a:chExt cx="458870" cy="404737"/>
          </a:xfrm>
        </p:grpSpPr>
        <p:sp>
          <p:nvSpPr>
            <p:cNvPr id="846" name="Google Shape;846;p68"/>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7" name="Google Shape;847;p68"/>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68"/>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68"/>
          <p:cNvGrpSpPr/>
          <p:nvPr/>
        </p:nvGrpSpPr>
        <p:grpSpPr>
          <a:xfrm>
            <a:off x="3758669" y="3027517"/>
            <a:ext cx="520730" cy="498567"/>
            <a:chOff x="3179914" y="2889488"/>
            <a:chExt cx="422876" cy="404911"/>
          </a:xfrm>
        </p:grpSpPr>
        <p:sp>
          <p:nvSpPr>
            <p:cNvPr id="850" name="Google Shape;850;p68"/>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68"/>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8"/>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68"/>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68"/>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68"/>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6" name="Google Shape;856;p68"/>
          <p:cNvGrpSpPr/>
          <p:nvPr/>
        </p:nvGrpSpPr>
        <p:grpSpPr>
          <a:xfrm>
            <a:off x="4387349" y="3027477"/>
            <a:ext cx="516145" cy="498648"/>
            <a:chOff x="3729467" y="2889422"/>
            <a:chExt cx="419153" cy="404977"/>
          </a:xfrm>
        </p:grpSpPr>
        <p:sp>
          <p:nvSpPr>
            <p:cNvPr id="857" name="Google Shape;857;p68"/>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68"/>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68"/>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68"/>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68"/>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68"/>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68"/>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4" name="Google Shape;864;p68"/>
          <p:cNvSpPr/>
          <p:nvPr/>
        </p:nvSpPr>
        <p:spPr>
          <a:xfrm>
            <a:off x="7405574" y="22744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68"/>
          <p:cNvSpPr/>
          <p:nvPr/>
        </p:nvSpPr>
        <p:spPr>
          <a:xfrm>
            <a:off x="7105028" y="22568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68"/>
          <p:cNvSpPr/>
          <p:nvPr/>
        </p:nvSpPr>
        <p:spPr>
          <a:xfrm>
            <a:off x="7727317" y="22633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68"/>
          <p:cNvSpPr/>
          <p:nvPr/>
        </p:nvSpPr>
        <p:spPr>
          <a:xfrm>
            <a:off x="8022022" y="22568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8" name="Google Shape;868;p68"/>
          <p:cNvGrpSpPr/>
          <p:nvPr/>
        </p:nvGrpSpPr>
        <p:grpSpPr>
          <a:xfrm>
            <a:off x="7107677" y="2474362"/>
            <a:ext cx="166473" cy="141497"/>
            <a:chOff x="4660325" y="1866850"/>
            <a:chExt cx="68350" cy="58100"/>
          </a:xfrm>
        </p:grpSpPr>
        <p:sp>
          <p:nvSpPr>
            <p:cNvPr id="869" name="Google Shape;869;p68"/>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68"/>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1" name="Google Shape;871;p68"/>
          <p:cNvGrpSpPr/>
          <p:nvPr/>
        </p:nvGrpSpPr>
        <p:grpSpPr>
          <a:xfrm>
            <a:off x="7417022" y="2500086"/>
            <a:ext cx="162515" cy="90049"/>
            <a:chOff x="4791775" y="1877500"/>
            <a:chExt cx="66725" cy="36975"/>
          </a:xfrm>
        </p:grpSpPr>
        <p:sp>
          <p:nvSpPr>
            <p:cNvPr id="872" name="Google Shape;872;p68"/>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68"/>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4" name="Google Shape;874;p68"/>
          <p:cNvGrpSpPr/>
          <p:nvPr/>
        </p:nvGrpSpPr>
        <p:grpSpPr>
          <a:xfrm>
            <a:off x="7738734" y="2500086"/>
            <a:ext cx="144979" cy="90049"/>
            <a:chOff x="4923925" y="1877500"/>
            <a:chExt cx="59525" cy="36975"/>
          </a:xfrm>
        </p:grpSpPr>
        <p:sp>
          <p:nvSpPr>
            <p:cNvPr id="875" name="Google Shape;875;p68"/>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68"/>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7" name="Google Shape;877;p68"/>
          <p:cNvGrpSpPr/>
          <p:nvPr/>
        </p:nvGrpSpPr>
        <p:grpSpPr>
          <a:xfrm>
            <a:off x="8033226" y="2482277"/>
            <a:ext cx="141447" cy="125667"/>
            <a:chOff x="5058450" y="1870100"/>
            <a:chExt cx="58075" cy="51600"/>
          </a:xfrm>
        </p:grpSpPr>
        <p:sp>
          <p:nvSpPr>
            <p:cNvPr id="878" name="Google Shape;878;p68"/>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68"/>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0" name="Google Shape;880;p68"/>
          <p:cNvGrpSpPr/>
          <p:nvPr/>
        </p:nvGrpSpPr>
        <p:grpSpPr>
          <a:xfrm>
            <a:off x="7447741" y="2904685"/>
            <a:ext cx="101077" cy="107645"/>
            <a:chOff x="4811425" y="2065025"/>
            <a:chExt cx="41500" cy="44200"/>
          </a:xfrm>
        </p:grpSpPr>
        <p:sp>
          <p:nvSpPr>
            <p:cNvPr id="881" name="Google Shape;881;p68"/>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68"/>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 name="Google Shape;883;p68"/>
          <p:cNvGrpSpPr/>
          <p:nvPr/>
        </p:nvGrpSpPr>
        <p:grpSpPr>
          <a:xfrm>
            <a:off x="7740178" y="2904898"/>
            <a:ext cx="120867" cy="107218"/>
            <a:chOff x="4929875" y="2065025"/>
            <a:chExt cx="49625" cy="44025"/>
          </a:xfrm>
        </p:grpSpPr>
        <p:sp>
          <p:nvSpPr>
            <p:cNvPr id="884" name="Google Shape;884;p68"/>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68"/>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6" name="Google Shape;886;p68"/>
          <p:cNvGrpSpPr/>
          <p:nvPr/>
        </p:nvGrpSpPr>
        <p:grpSpPr>
          <a:xfrm>
            <a:off x="8068847" y="2907912"/>
            <a:ext cx="70206" cy="101191"/>
            <a:chOff x="5083925" y="2066350"/>
            <a:chExt cx="28825" cy="41550"/>
          </a:xfrm>
        </p:grpSpPr>
        <p:sp>
          <p:nvSpPr>
            <p:cNvPr id="887" name="Google Shape;887;p68"/>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68"/>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9" name="Google Shape;889;p68"/>
          <p:cNvGrpSpPr/>
          <p:nvPr/>
        </p:nvGrpSpPr>
        <p:grpSpPr>
          <a:xfrm>
            <a:off x="7100401" y="2923559"/>
            <a:ext cx="181026" cy="69896"/>
            <a:chOff x="4659775" y="2072775"/>
            <a:chExt cx="74325" cy="28700"/>
          </a:xfrm>
        </p:grpSpPr>
        <p:sp>
          <p:nvSpPr>
            <p:cNvPr id="890" name="Google Shape;890;p68"/>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68"/>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68"/>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3" name="Google Shape;893;p68"/>
          <p:cNvGrpSpPr/>
          <p:nvPr/>
        </p:nvGrpSpPr>
        <p:grpSpPr>
          <a:xfrm>
            <a:off x="8020257" y="2714124"/>
            <a:ext cx="167387" cy="89197"/>
            <a:chOff x="4662475" y="1976500"/>
            <a:chExt cx="68725" cy="36625"/>
          </a:xfrm>
        </p:grpSpPr>
        <p:sp>
          <p:nvSpPr>
            <p:cNvPr id="894" name="Google Shape;894;p68"/>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8"/>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8"/>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68"/>
          <p:cNvGrpSpPr/>
          <p:nvPr/>
        </p:nvGrpSpPr>
        <p:grpSpPr>
          <a:xfrm>
            <a:off x="7717162" y="2717564"/>
            <a:ext cx="166899" cy="82317"/>
            <a:chOff x="4920150" y="1977875"/>
            <a:chExt cx="68525" cy="33800"/>
          </a:xfrm>
        </p:grpSpPr>
        <p:sp>
          <p:nvSpPr>
            <p:cNvPr id="898" name="Google Shape;898;p68"/>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68"/>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8"/>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1" name="Google Shape;901;p68"/>
          <p:cNvGrpSpPr/>
          <p:nvPr/>
        </p:nvGrpSpPr>
        <p:grpSpPr>
          <a:xfrm>
            <a:off x="7128319" y="3121482"/>
            <a:ext cx="125190" cy="127858"/>
            <a:chOff x="4676550" y="2160575"/>
            <a:chExt cx="51400" cy="52500"/>
          </a:xfrm>
        </p:grpSpPr>
        <p:sp>
          <p:nvSpPr>
            <p:cNvPr id="902" name="Google Shape;902;p68"/>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8"/>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68"/>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 name="Google Shape;905;p68"/>
          <p:cNvGrpSpPr/>
          <p:nvPr/>
        </p:nvGrpSpPr>
        <p:grpSpPr>
          <a:xfrm>
            <a:off x="7425577" y="3128514"/>
            <a:ext cx="145405" cy="113794"/>
            <a:chOff x="4768325" y="2163475"/>
            <a:chExt cx="59700" cy="46725"/>
          </a:xfrm>
        </p:grpSpPr>
        <p:sp>
          <p:nvSpPr>
            <p:cNvPr id="906" name="Google Shape;906;p68"/>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8"/>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8" name="Google Shape;908;p68"/>
          <p:cNvSpPr/>
          <p:nvPr/>
        </p:nvSpPr>
        <p:spPr>
          <a:xfrm>
            <a:off x="7757532" y="31200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68"/>
          <p:cNvSpPr/>
          <p:nvPr/>
        </p:nvSpPr>
        <p:spPr>
          <a:xfrm>
            <a:off x="8029908" y="41271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8"/>
          <p:cNvSpPr/>
          <p:nvPr/>
        </p:nvSpPr>
        <p:spPr>
          <a:xfrm>
            <a:off x="7131363" y="33553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8"/>
          <p:cNvSpPr/>
          <p:nvPr/>
        </p:nvSpPr>
        <p:spPr>
          <a:xfrm>
            <a:off x="7099335" y="41429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68"/>
          <p:cNvSpPr/>
          <p:nvPr/>
        </p:nvSpPr>
        <p:spPr>
          <a:xfrm>
            <a:off x="7116658" y="36245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8"/>
          <p:cNvSpPr/>
          <p:nvPr/>
        </p:nvSpPr>
        <p:spPr>
          <a:xfrm>
            <a:off x="7750408" y="36064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4" name="Google Shape;914;p68"/>
          <p:cNvGrpSpPr/>
          <p:nvPr/>
        </p:nvGrpSpPr>
        <p:grpSpPr>
          <a:xfrm>
            <a:off x="7441895" y="3383608"/>
            <a:ext cx="112768" cy="106853"/>
            <a:chOff x="4768575" y="2253950"/>
            <a:chExt cx="46300" cy="43875"/>
          </a:xfrm>
        </p:grpSpPr>
        <p:sp>
          <p:nvSpPr>
            <p:cNvPr id="915" name="Google Shape;915;p68"/>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68"/>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 name="Google Shape;917;p68"/>
          <p:cNvGrpSpPr/>
          <p:nvPr/>
        </p:nvGrpSpPr>
        <p:grpSpPr>
          <a:xfrm>
            <a:off x="7741518" y="3872634"/>
            <a:ext cx="118187" cy="146246"/>
            <a:chOff x="4960900" y="2433225"/>
            <a:chExt cx="48525" cy="60050"/>
          </a:xfrm>
        </p:grpSpPr>
        <p:sp>
          <p:nvSpPr>
            <p:cNvPr id="918" name="Google Shape;918;p68"/>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68"/>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0" name="Google Shape;920;p68"/>
          <p:cNvGrpSpPr/>
          <p:nvPr/>
        </p:nvGrpSpPr>
        <p:grpSpPr>
          <a:xfrm>
            <a:off x="7430083" y="4136695"/>
            <a:ext cx="136394" cy="143810"/>
            <a:chOff x="4854075" y="2527625"/>
            <a:chExt cx="56000" cy="59050"/>
          </a:xfrm>
        </p:grpSpPr>
        <p:sp>
          <p:nvSpPr>
            <p:cNvPr id="921" name="Google Shape;921;p68"/>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68"/>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3" name="Google Shape;923;p68"/>
          <p:cNvSpPr/>
          <p:nvPr/>
        </p:nvSpPr>
        <p:spPr>
          <a:xfrm>
            <a:off x="7445335" y="38794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68"/>
          <p:cNvSpPr/>
          <p:nvPr/>
        </p:nvSpPr>
        <p:spPr>
          <a:xfrm>
            <a:off x="8024001" y="31190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68"/>
          <p:cNvSpPr/>
          <p:nvPr/>
        </p:nvSpPr>
        <p:spPr>
          <a:xfrm>
            <a:off x="7123265" y="38794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6" name="Google Shape;926;p68"/>
          <p:cNvGrpSpPr/>
          <p:nvPr/>
        </p:nvGrpSpPr>
        <p:grpSpPr>
          <a:xfrm>
            <a:off x="8054294" y="3600439"/>
            <a:ext cx="99312" cy="160797"/>
            <a:chOff x="5059700" y="2334775"/>
            <a:chExt cx="40775" cy="66025"/>
          </a:xfrm>
        </p:grpSpPr>
        <p:sp>
          <p:nvSpPr>
            <p:cNvPr id="927" name="Google Shape;927;p68"/>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68"/>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68"/>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68"/>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68"/>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68"/>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8"/>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68"/>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68"/>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6" name="Google Shape;936;p68"/>
          <p:cNvGrpSpPr/>
          <p:nvPr/>
        </p:nvGrpSpPr>
        <p:grpSpPr>
          <a:xfrm>
            <a:off x="8011458" y="3865571"/>
            <a:ext cx="184984" cy="160371"/>
            <a:chOff x="5037700" y="2430325"/>
            <a:chExt cx="75950" cy="65850"/>
          </a:xfrm>
        </p:grpSpPr>
        <p:sp>
          <p:nvSpPr>
            <p:cNvPr id="937" name="Google Shape;937;p68"/>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68"/>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9" name="Google Shape;939;p68"/>
          <p:cNvGrpSpPr/>
          <p:nvPr/>
        </p:nvGrpSpPr>
        <p:grpSpPr>
          <a:xfrm>
            <a:off x="7430964" y="3632023"/>
            <a:ext cx="173014" cy="97629"/>
            <a:chOff x="4756975" y="2341800"/>
            <a:chExt cx="91975" cy="51925"/>
          </a:xfrm>
        </p:grpSpPr>
        <p:sp>
          <p:nvSpPr>
            <p:cNvPr id="940" name="Google Shape;940;p68"/>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68"/>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68"/>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68"/>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68"/>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68"/>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68"/>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68"/>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68"/>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68"/>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68"/>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68"/>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68"/>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68"/>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68"/>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68"/>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68"/>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68"/>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68"/>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68"/>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0" name="Google Shape;960;p68"/>
          <p:cNvGrpSpPr/>
          <p:nvPr/>
        </p:nvGrpSpPr>
        <p:grpSpPr>
          <a:xfrm>
            <a:off x="7697901" y="4120720"/>
            <a:ext cx="212497" cy="175761"/>
            <a:chOff x="4943575" y="2516350"/>
            <a:chExt cx="98675" cy="81700"/>
          </a:xfrm>
        </p:grpSpPr>
        <p:sp>
          <p:nvSpPr>
            <p:cNvPr id="961" name="Google Shape;961;p68"/>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68"/>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68"/>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68"/>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68"/>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68"/>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68"/>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68"/>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68"/>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68"/>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68"/>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68"/>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68"/>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68"/>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68"/>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68"/>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68"/>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68"/>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68"/>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68"/>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68"/>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68"/>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68"/>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68"/>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68"/>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68"/>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68"/>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68"/>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68"/>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68"/>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68"/>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68"/>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68"/>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68"/>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68"/>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68"/>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68"/>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68"/>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68"/>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68"/>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68"/>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68"/>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68"/>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68"/>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68"/>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68"/>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68"/>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68"/>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68"/>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68"/>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68"/>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68"/>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68"/>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68"/>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68"/>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68"/>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68"/>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68"/>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68"/>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68"/>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68"/>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68"/>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8"/>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68"/>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68"/>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68"/>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68"/>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68"/>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68"/>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68"/>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68"/>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68"/>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68"/>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68"/>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68"/>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68"/>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68"/>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68"/>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9" name="Google Shape;1039;p68"/>
          <p:cNvGrpSpPr/>
          <p:nvPr/>
        </p:nvGrpSpPr>
        <p:grpSpPr>
          <a:xfrm>
            <a:off x="1955962" y="3346963"/>
            <a:ext cx="965351" cy="134611"/>
            <a:chOff x="4411970" y="2962952"/>
            <a:chExt cx="706544" cy="104212"/>
          </a:xfrm>
        </p:grpSpPr>
        <p:sp>
          <p:nvSpPr>
            <p:cNvPr id="1040" name="Google Shape;1040;p68"/>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68"/>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68"/>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68"/>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4" name="Google Shape;1044;p68"/>
          <p:cNvGrpSpPr/>
          <p:nvPr/>
        </p:nvGrpSpPr>
        <p:grpSpPr>
          <a:xfrm>
            <a:off x="1955962" y="2935877"/>
            <a:ext cx="960158" cy="289172"/>
            <a:chOff x="4411970" y="2726085"/>
            <a:chExt cx="643107" cy="193659"/>
          </a:xfrm>
        </p:grpSpPr>
        <p:sp>
          <p:nvSpPr>
            <p:cNvPr id="1045" name="Google Shape;1045;p68"/>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68"/>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68"/>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8" name="Google Shape;1048;p68"/>
          <p:cNvGrpSpPr/>
          <p:nvPr/>
        </p:nvGrpSpPr>
        <p:grpSpPr>
          <a:xfrm>
            <a:off x="958854" y="3201987"/>
            <a:ext cx="833173" cy="259209"/>
            <a:chOff x="4411970" y="4340222"/>
            <a:chExt cx="779467" cy="242683"/>
          </a:xfrm>
        </p:grpSpPr>
        <p:sp>
          <p:nvSpPr>
            <p:cNvPr id="1049" name="Google Shape;1049;p68"/>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68"/>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68"/>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2" name="Google Shape;1052;p68"/>
          <p:cNvGrpSpPr/>
          <p:nvPr/>
        </p:nvGrpSpPr>
        <p:grpSpPr>
          <a:xfrm>
            <a:off x="1955962" y="2597733"/>
            <a:ext cx="965160" cy="216230"/>
            <a:chOff x="4411970" y="2468674"/>
            <a:chExt cx="747317" cy="167425"/>
          </a:xfrm>
        </p:grpSpPr>
        <p:sp>
          <p:nvSpPr>
            <p:cNvPr id="1053" name="Google Shape;1053;p68"/>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68"/>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5" name="Google Shape;1055;p68"/>
          <p:cNvGrpSpPr/>
          <p:nvPr/>
        </p:nvGrpSpPr>
        <p:grpSpPr>
          <a:xfrm>
            <a:off x="954709" y="2502450"/>
            <a:ext cx="810451" cy="319148"/>
            <a:chOff x="4411970" y="3686602"/>
            <a:chExt cx="797845" cy="314215"/>
          </a:xfrm>
        </p:grpSpPr>
        <p:sp>
          <p:nvSpPr>
            <p:cNvPr id="1056" name="Google Shape;1056;p68"/>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68"/>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68"/>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68"/>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68"/>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1" name="Google Shape;1061;p68"/>
          <p:cNvSpPr/>
          <p:nvPr/>
        </p:nvSpPr>
        <p:spPr>
          <a:xfrm>
            <a:off x="947558" y="29110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2" name="Google Shape;1062;p68"/>
          <p:cNvGrpSpPr/>
          <p:nvPr/>
        </p:nvGrpSpPr>
        <p:grpSpPr>
          <a:xfrm>
            <a:off x="954806" y="2256974"/>
            <a:ext cx="1970333" cy="208784"/>
            <a:chOff x="6336019" y="3733725"/>
            <a:chExt cx="2566206" cy="351310"/>
          </a:xfrm>
        </p:grpSpPr>
        <p:sp>
          <p:nvSpPr>
            <p:cNvPr id="1063" name="Google Shape;1063;p68"/>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68"/>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68"/>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68"/>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7" name="Google Shape;1067;p68"/>
          <p:cNvGrpSpPr/>
          <p:nvPr/>
        </p:nvGrpSpPr>
        <p:grpSpPr>
          <a:xfrm>
            <a:off x="1955962" y="3864529"/>
            <a:ext cx="946551" cy="153200"/>
            <a:chOff x="4404545" y="3301592"/>
            <a:chExt cx="782403" cy="129272"/>
          </a:xfrm>
        </p:grpSpPr>
        <p:sp>
          <p:nvSpPr>
            <p:cNvPr id="1068" name="Google Shape;1068;p68"/>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68"/>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68"/>
          <p:cNvGrpSpPr/>
          <p:nvPr/>
        </p:nvGrpSpPr>
        <p:grpSpPr>
          <a:xfrm>
            <a:off x="1955962" y="3603488"/>
            <a:ext cx="962257" cy="139127"/>
            <a:chOff x="4411970" y="3131459"/>
            <a:chExt cx="710520" cy="117397"/>
          </a:xfrm>
        </p:grpSpPr>
        <p:sp>
          <p:nvSpPr>
            <p:cNvPr id="1071" name="Google Shape;1071;p68"/>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68"/>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1073" name="Google Shape;1073;p68"/>
          <p:cNvSpPr/>
          <p:nvPr/>
        </p:nvSpPr>
        <p:spPr>
          <a:xfrm>
            <a:off x="1955962" y="41396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4" name="Google Shape;1074;p68"/>
          <p:cNvGrpSpPr/>
          <p:nvPr/>
        </p:nvGrpSpPr>
        <p:grpSpPr>
          <a:xfrm>
            <a:off x="956107" y="3538282"/>
            <a:ext cx="823838" cy="458988"/>
            <a:chOff x="4411970" y="1801825"/>
            <a:chExt cx="734586" cy="409262"/>
          </a:xfrm>
        </p:grpSpPr>
        <p:sp>
          <p:nvSpPr>
            <p:cNvPr id="1075" name="Google Shape;1075;p68"/>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68"/>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7" name="Google Shape;1077;p68"/>
          <p:cNvGrpSpPr/>
          <p:nvPr/>
        </p:nvGrpSpPr>
        <p:grpSpPr>
          <a:xfrm>
            <a:off x="956107" y="4086708"/>
            <a:ext cx="856348" cy="212039"/>
            <a:chOff x="4411970" y="2233974"/>
            <a:chExt cx="763574" cy="189068"/>
          </a:xfrm>
        </p:grpSpPr>
        <p:sp>
          <p:nvSpPr>
            <p:cNvPr id="1078" name="Google Shape;1078;p68"/>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68"/>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0" name="Google Shape;1080;p68"/>
          <p:cNvGrpSpPr/>
          <p:nvPr/>
        </p:nvGrpSpPr>
        <p:grpSpPr>
          <a:xfrm>
            <a:off x="3066303" y="2262044"/>
            <a:ext cx="511602" cy="511602"/>
            <a:chOff x="5681300" y="2527788"/>
            <a:chExt cx="805800" cy="805800"/>
          </a:xfrm>
        </p:grpSpPr>
        <p:sp>
          <p:nvSpPr>
            <p:cNvPr id="1081" name="Google Shape;1081;p68"/>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68"/>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3" name="Google Shape;1083;p68"/>
          <p:cNvGrpSpPr/>
          <p:nvPr/>
        </p:nvGrpSpPr>
        <p:grpSpPr>
          <a:xfrm>
            <a:off x="3063497" y="3028627"/>
            <a:ext cx="513021" cy="512935"/>
            <a:chOff x="4049800" y="640400"/>
            <a:chExt cx="858900" cy="858900"/>
          </a:xfrm>
        </p:grpSpPr>
        <p:sp>
          <p:nvSpPr>
            <p:cNvPr id="1084" name="Google Shape;1084;p68"/>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68"/>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6" name="Google Shape;1086;p68"/>
          <p:cNvGrpSpPr/>
          <p:nvPr/>
        </p:nvGrpSpPr>
        <p:grpSpPr>
          <a:xfrm>
            <a:off x="2980696" y="3680519"/>
            <a:ext cx="686489" cy="686585"/>
            <a:chOff x="5080188" y="927900"/>
            <a:chExt cx="961200" cy="961200"/>
          </a:xfrm>
        </p:grpSpPr>
        <p:sp>
          <p:nvSpPr>
            <p:cNvPr id="1087" name="Google Shape;1087;p68"/>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68"/>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68"/>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68"/>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68"/>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68"/>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68"/>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68"/>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5" name="Google Shape;1095;p68"/>
          <p:cNvGrpSpPr/>
          <p:nvPr/>
        </p:nvGrpSpPr>
        <p:grpSpPr>
          <a:xfrm>
            <a:off x="3763848" y="3773248"/>
            <a:ext cx="510373" cy="510937"/>
            <a:chOff x="7508249" y="1522825"/>
            <a:chExt cx="1326332" cy="1322987"/>
          </a:xfrm>
        </p:grpSpPr>
        <p:sp>
          <p:nvSpPr>
            <p:cNvPr id="1096" name="Google Shape;1096;p68"/>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68"/>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68"/>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68"/>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68"/>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68"/>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68"/>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68"/>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68"/>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68"/>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6" name="Google Shape;1106;p68"/>
          <p:cNvGrpSpPr/>
          <p:nvPr/>
        </p:nvGrpSpPr>
        <p:grpSpPr>
          <a:xfrm>
            <a:off x="4455441" y="3774653"/>
            <a:ext cx="492652" cy="503348"/>
            <a:chOff x="6039282" y="1042577"/>
            <a:chExt cx="734315" cy="731929"/>
          </a:xfrm>
        </p:grpSpPr>
        <p:sp>
          <p:nvSpPr>
            <p:cNvPr id="1107" name="Google Shape;1107;p68"/>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68"/>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68"/>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68"/>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68"/>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68"/>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68"/>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68"/>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68"/>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68"/>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68"/>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68"/>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68"/>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68"/>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68"/>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68"/>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68"/>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68"/>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68"/>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68"/>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68"/>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68"/>
          <p:cNvGrpSpPr/>
          <p:nvPr/>
        </p:nvGrpSpPr>
        <p:grpSpPr>
          <a:xfrm>
            <a:off x="5095855" y="2270694"/>
            <a:ext cx="483304" cy="504902"/>
            <a:chOff x="1825800" y="1651625"/>
            <a:chExt cx="568125" cy="591775"/>
          </a:xfrm>
        </p:grpSpPr>
        <p:sp>
          <p:nvSpPr>
            <p:cNvPr id="1129" name="Google Shape;1129;p68"/>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68"/>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68"/>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68"/>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68"/>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68"/>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5" name="Google Shape;1135;p68"/>
          <p:cNvSpPr/>
          <p:nvPr/>
        </p:nvSpPr>
        <p:spPr>
          <a:xfrm>
            <a:off x="7713443" y="33498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68"/>
          <p:cNvSpPr/>
          <p:nvPr/>
        </p:nvSpPr>
        <p:spPr>
          <a:xfrm>
            <a:off x="8029700" y="33786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68"/>
          <p:cNvSpPr/>
          <p:nvPr/>
        </p:nvSpPr>
        <p:spPr>
          <a:xfrm>
            <a:off x="7131814"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68"/>
          <p:cNvSpPr/>
          <p:nvPr/>
        </p:nvSpPr>
        <p:spPr>
          <a:xfrm flipH="1">
            <a:off x="7439179"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68"/>
          <p:cNvSpPr txBox="1"/>
          <p:nvPr/>
        </p:nvSpPr>
        <p:spPr>
          <a:xfrm>
            <a:off x="723350" y="1187975"/>
            <a:ext cx="7697100" cy="814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easily </a:t>
            </a:r>
            <a:r>
              <a:rPr b="1" lang="en" sz="1100">
                <a:solidFill>
                  <a:schemeClr val="dk2"/>
                </a:solidFill>
              </a:rPr>
              <a:t>resize </a:t>
            </a:r>
            <a:r>
              <a:rPr lang="en" sz="1100">
                <a:solidFill>
                  <a:schemeClr val="lt1"/>
                </a:solidFill>
              </a:rPr>
              <a:t>these resources without losing quality. To </a:t>
            </a:r>
            <a:r>
              <a:rPr b="1" lang="en" sz="1100">
                <a:solidFill>
                  <a:schemeClr val="dk2"/>
                </a:solidFill>
              </a:rPr>
              <a:t>change the color</a:t>
            </a:r>
            <a:r>
              <a:rPr lang="en" sz="1100">
                <a:solidFill>
                  <a:schemeClr val="lt1"/>
                </a:solidFill>
              </a:rPr>
              <a:t>, just ungroup the resource and click on the object you want to change. Then, click on the paint bucket and select the color you want. Group the resource again when you’re done. You can also look for more </a:t>
            </a:r>
            <a:r>
              <a:rPr b="1" lang="en" sz="1100">
                <a:solidFill>
                  <a:schemeClr val="dk2"/>
                </a:solidFill>
                <a:uFill>
                  <a:noFill/>
                </a:uFill>
                <a:hlinkClick r:id="rId3">
                  <a:extLst>
                    <a:ext uri="{A12FA001-AC4F-418D-AE19-62706E023703}">
                      <ahyp:hlinkClr val="tx"/>
                    </a:ext>
                  </a:extLst>
                </a:hlinkClick>
              </a:rPr>
              <a:t>infographics</a:t>
            </a:r>
            <a:r>
              <a:rPr b="1" lang="en" sz="1100">
                <a:solidFill>
                  <a:schemeClr val="dk2"/>
                </a:solidFill>
              </a:rPr>
              <a:t> </a:t>
            </a:r>
            <a:r>
              <a:rPr lang="en" sz="1100">
                <a:solidFill>
                  <a:schemeClr val="lt1"/>
                </a:solidFill>
              </a:rPr>
              <a:t>on Slidesgo.</a:t>
            </a:r>
            <a:endParaRPr sz="1100">
              <a:solidFill>
                <a:schemeClr val="lt1"/>
              </a:solidFill>
            </a:endParaRPr>
          </a:p>
        </p:txBody>
      </p:sp>
      <p:sp>
        <p:nvSpPr>
          <p:cNvPr id="1140" name="Google Shape;1140;p68"/>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our editable graphic resources...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719" name="Shape 4719"/>
        <p:cNvGrpSpPr/>
        <p:nvPr/>
      </p:nvGrpSpPr>
      <p:grpSpPr>
        <a:xfrm>
          <a:off x="0" y="0"/>
          <a:ext cx="0" cy="0"/>
          <a:chOff x="0" y="0"/>
          <a:chExt cx="0" cy="0"/>
        </a:xfrm>
      </p:grpSpPr>
      <p:grpSp>
        <p:nvGrpSpPr>
          <p:cNvPr id="4720" name="Google Shape;4720;p74"/>
          <p:cNvGrpSpPr/>
          <p:nvPr/>
        </p:nvGrpSpPr>
        <p:grpSpPr>
          <a:xfrm>
            <a:off x="821785" y="2307635"/>
            <a:ext cx="339235" cy="298186"/>
            <a:chOff x="898875" y="244725"/>
            <a:chExt cx="481800" cy="423500"/>
          </a:xfrm>
        </p:grpSpPr>
        <p:sp>
          <p:nvSpPr>
            <p:cNvPr id="4721" name="Google Shape;4721;p74"/>
            <p:cNvSpPr/>
            <p:nvPr/>
          </p:nvSpPr>
          <p:spPr>
            <a:xfrm>
              <a:off x="1125675" y="470575"/>
              <a:ext cx="28275" cy="28250"/>
            </a:xfrm>
            <a:custGeom>
              <a:rect b="b" l="l" r="r" t="t"/>
              <a:pathLst>
                <a:path extrusionOk="0" h="1130" w="1131">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2" name="Google Shape;4722;p74"/>
            <p:cNvSpPr/>
            <p:nvPr/>
          </p:nvSpPr>
          <p:spPr>
            <a:xfrm>
              <a:off x="898875" y="244725"/>
              <a:ext cx="481800" cy="225875"/>
            </a:xfrm>
            <a:custGeom>
              <a:rect b="b" l="l" r="r" t="t"/>
              <a:pathLst>
                <a:path extrusionOk="0" h="9035" w="19272">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3" name="Google Shape;4723;p74"/>
            <p:cNvSpPr/>
            <p:nvPr/>
          </p:nvSpPr>
          <p:spPr>
            <a:xfrm>
              <a:off x="1324200" y="385900"/>
              <a:ext cx="56475" cy="197625"/>
            </a:xfrm>
            <a:custGeom>
              <a:rect b="b" l="l" r="r" t="t"/>
              <a:pathLst>
                <a:path extrusionOk="0" h="7905" w="2259">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4" name="Google Shape;4724;p74"/>
            <p:cNvSpPr/>
            <p:nvPr/>
          </p:nvSpPr>
          <p:spPr>
            <a:xfrm>
              <a:off x="898875" y="385900"/>
              <a:ext cx="56475" cy="197625"/>
            </a:xfrm>
            <a:custGeom>
              <a:rect b="b" l="l" r="r" t="t"/>
              <a:pathLst>
                <a:path extrusionOk="0" h="7905" w="2259">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5" name="Google Shape;4725;p74"/>
            <p:cNvSpPr/>
            <p:nvPr/>
          </p:nvSpPr>
          <p:spPr>
            <a:xfrm>
              <a:off x="1063650" y="414125"/>
              <a:ext cx="146750" cy="141125"/>
            </a:xfrm>
            <a:custGeom>
              <a:rect b="b" l="l" r="r" t="t"/>
              <a:pathLst>
                <a:path extrusionOk="0" h="5645" w="587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6" name="Google Shape;4726;p74"/>
            <p:cNvSpPr/>
            <p:nvPr/>
          </p:nvSpPr>
          <p:spPr>
            <a:xfrm>
              <a:off x="898875" y="498800"/>
              <a:ext cx="481800" cy="169425"/>
            </a:xfrm>
            <a:custGeom>
              <a:rect b="b" l="l" r="r" t="t"/>
              <a:pathLst>
                <a:path extrusionOk="0" h="6777" w="19272">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7" name="Google Shape;4727;p74"/>
          <p:cNvGrpSpPr/>
          <p:nvPr/>
        </p:nvGrpSpPr>
        <p:grpSpPr>
          <a:xfrm>
            <a:off x="1260167" y="2287103"/>
            <a:ext cx="298169" cy="339253"/>
            <a:chOff x="1529350" y="258825"/>
            <a:chExt cx="423475" cy="481825"/>
          </a:xfrm>
        </p:grpSpPr>
        <p:sp>
          <p:nvSpPr>
            <p:cNvPr id="4728" name="Google Shape;4728;p74"/>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9" name="Google Shape;4729;p74"/>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0" name="Google Shape;4730;p74"/>
          <p:cNvGrpSpPr/>
          <p:nvPr/>
        </p:nvGrpSpPr>
        <p:grpSpPr>
          <a:xfrm>
            <a:off x="2102437" y="2287102"/>
            <a:ext cx="298169" cy="339253"/>
            <a:chOff x="2707500" y="249400"/>
            <a:chExt cx="423475" cy="481825"/>
          </a:xfrm>
        </p:grpSpPr>
        <p:sp>
          <p:nvSpPr>
            <p:cNvPr id="4731" name="Google Shape;4731;p74"/>
            <p:cNvSpPr/>
            <p:nvPr/>
          </p:nvSpPr>
          <p:spPr>
            <a:xfrm>
              <a:off x="2739175" y="420675"/>
              <a:ext cx="360100" cy="310550"/>
            </a:xfrm>
            <a:custGeom>
              <a:rect b="b" l="l" r="r" t="t"/>
              <a:pathLst>
                <a:path extrusionOk="0" h="12422" w="14404">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2" name="Google Shape;4732;p74"/>
            <p:cNvSpPr/>
            <p:nvPr/>
          </p:nvSpPr>
          <p:spPr>
            <a:xfrm>
              <a:off x="2707500" y="249400"/>
              <a:ext cx="423475" cy="141175"/>
            </a:xfrm>
            <a:custGeom>
              <a:rect b="b" l="l" r="r" t="t"/>
              <a:pathLst>
                <a:path extrusionOk="0" h="5647" w="16939">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3" name="Google Shape;4733;p74"/>
          <p:cNvGrpSpPr/>
          <p:nvPr/>
        </p:nvGrpSpPr>
        <p:grpSpPr>
          <a:xfrm>
            <a:off x="2516052" y="2287428"/>
            <a:ext cx="305386" cy="338602"/>
            <a:chOff x="3300325" y="249875"/>
            <a:chExt cx="433725" cy="480900"/>
          </a:xfrm>
        </p:grpSpPr>
        <p:sp>
          <p:nvSpPr>
            <p:cNvPr id="4734" name="Google Shape;4734;p74"/>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5" name="Google Shape;4735;p74"/>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6" name="Google Shape;4736;p74"/>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7" name="Google Shape;4737;p74"/>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8" name="Google Shape;4738;p74"/>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9" name="Google Shape;4739;p74"/>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40" name="Google Shape;4740;p74"/>
          <p:cNvGrpSpPr/>
          <p:nvPr/>
        </p:nvGrpSpPr>
        <p:grpSpPr>
          <a:xfrm>
            <a:off x="1653142" y="2367273"/>
            <a:ext cx="340890" cy="178912"/>
            <a:chOff x="2084325" y="363300"/>
            <a:chExt cx="484150" cy="254100"/>
          </a:xfrm>
        </p:grpSpPr>
        <p:sp>
          <p:nvSpPr>
            <p:cNvPr id="4741" name="Google Shape;4741;p74"/>
            <p:cNvSpPr/>
            <p:nvPr/>
          </p:nvSpPr>
          <p:spPr>
            <a:xfrm>
              <a:off x="2084325" y="363300"/>
              <a:ext cx="484150" cy="254100"/>
            </a:xfrm>
            <a:custGeom>
              <a:rect b="b" l="l" r="r" t="t"/>
              <a:pathLst>
                <a:path extrusionOk="0" h="10164" w="19366">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2" name="Google Shape;4742;p74"/>
            <p:cNvSpPr/>
            <p:nvPr/>
          </p:nvSpPr>
          <p:spPr>
            <a:xfrm>
              <a:off x="2250600" y="419775"/>
              <a:ext cx="145175" cy="141125"/>
            </a:xfrm>
            <a:custGeom>
              <a:rect b="b" l="l" r="r" t="t"/>
              <a:pathLst>
                <a:path extrusionOk="0" h="5645" w="5807">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43" name="Google Shape;4743;p74"/>
          <p:cNvGrpSpPr/>
          <p:nvPr/>
        </p:nvGrpSpPr>
        <p:grpSpPr>
          <a:xfrm>
            <a:off x="2905137" y="2287349"/>
            <a:ext cx="352349" cy="338760"/>
            <a:chOff x="3854700" y="249750"/>
            <a:chExt cx="500425" cy="481125"/>
          </a:xfrm>
        </p:grpSpPr>
        <p:sp>
          <p:nvSpPr>
            <p:cNvPr id="4744" name="Google Shape;4744;p74"/>
            <p:cNvSpPr/>
            <p:nvPr/>
          </p:nvSpPr>
          <p:spPr>
            <a:xfrm>
              <a:off x="4206725" y="598350"/>
              <a:ext cx="70775" cy="68025"/>
            </a:xfrm>
            <a:custGeom>
              <a:rect b="b" l="l" r="r" t="t"/>
              <a:pathLst>
                <a:path extrusionOk="0" h="2721" w="2831">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5" name="Google Shape;4745;p74"/>
            <p:cNvSpPr/>
            <p:nvPr/>
          </p:nvSpPr>
          <p:spPr>
            <a:xfrm>
              <a:off x="4226750" y="538600"/>
              <a:ext cx="91250" cy="48150"/>
            </a:xfrm>
            <a:custGeom>
              <a:rect b="b" l="l" r="r" t="t"/>
              <a:pathLst>
                <a:path extrusionOk="0" h="1926" w="365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6" name="Google Shape;4746;p74"/>
            <p:cNvSpPr/>
            <p:nvPr/>
          </p:nvSpPr>
          <p:spPr>
            <a:xfrm>
              <a:off x="4146500" y="618325"/>
              <a:ext cx="52050" cy="88650"/>
            </a:xfrm>
            <a:custGeom>
              <a:rect b="b" l="l" r="r" t="t"/>
              <a:pathLst>
                <a:path extrusionOk="0" h="3546" w="2082">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7" name="Google Shape;4747;p74"/>
            <p:cNvSpPr/>
            <p:nvPr/>
          </p:nvSpPr>
          <p:spPr>
            <a:xfrm>
              <a:off x="3927425" y="319075"/>
              <a:ext cx="70650" cy="67850"/>
            </a:xfrm>
            <a:custGeom>
              <a:rect b="b" l="l" r="r" t="t"/>
              <a:pathLst>
                <a:path extrusionOk="0" h="2714" w="2826">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8" name="Google Shape;4748;p74"/>
            <p:cNvSpPr/>
            <p:nvPr/>
          </p:nvSpPr>
          <p:spPr>
            <a:xfrm>
              <a:off x="4007000" y="279300"/>
              <a:ext cx="51675" cy="88150"/>
            </a:xfrm>
            <a:custGeom>
              <a:rect b="b" l="l" r="r" t="t"/>
              <a:pathLst>
                <a:path extrusionOk="0" h="3526" w="2067">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9" name="Google Shape;4749;p74"/>
            <p:cNvSpPr/>
            <p:nvPr/>
          </p:nvSpPr>
          <p:spPr>
            <a:xfrm>
              <a:off x="3887300" y="398850"/>
              <a:ext cx="91800" cy="48250"/>
            </a:xfrm>
            <a:custGeom>
              <a:rect b="b" l="l" r="r" t="t"/>
              <a:pathLst>
                <a:path extrusionOk="0" h="1930" w="3672">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0" name="Google Shape;4750;p74"/>
            <p:cNvSpPr/>
            <p:nvPr/>
          </p:nvSpPr>
          <p:spPr>
            <a:xfrm>
              <a:off x="3854700" y="413675"/>
              <a:ext cx="353475" cy="317200"/>
            </a:xfrm>
            <a:custGeom>
              <a:rect b="b" l="l" r="r" t="t"/>
              <a:pathLst>
                <a:path extrusionOk="0" h="12688" w="14139">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1" name="Google Shape;4751;p74"/>
            <p:cNvSpPr/>
            <p:nvPr/>
          </p:nvSpPr>
          <p:spPr>
            <a:xfrm>
              <a:off x="3996825" y="249750"/>
              <a:ext cx="358300" cy="322025"/>
            </a:xfrm>
            <a:custGeom>
              <a:rect b="b" l="l" r="r" t="t"/>
              <a:pathLst>
                <a:path extrusionOk="0" h="12881" w="14332">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52" name="Google Shape;4752;p74"/>
          <p:cNvGrpSpPr/>
          <p:nvPr/>
        </p:nvGrpSpPr>
        <p:grpSpPr>
          <a:xfrm>
            <a:off x="3323126" y="2287349"/>
            <a:ext cx="352349" cy="338760"/>
            <a:chOff x="4447550" y="249750"/>
            <a:chExt cx="500425" cy="481125"/>
          </a:xfrm>
        </p:grpSpPr>
        <p:sp>
          <p:nvSpPr>
            <p:cNvPr id="4753" name="Google Shape;4753;p74"/>
            <p:cNvSpPr/>
            <p:nvPr/>
          </p:nvSpPr>
          <p:spPr>
            <a:xfrm>
              <a:off x="4447550" y="413675"/>
              <a:ext cx="353475" cy="317200"/>
            </a:xfrm>
            <a:custGeom>
              <a:rect b="b" l="l" r="r" t="t"/>
              <a:pathLst>
                <a:path extrusionOk="0" h="12688" w="14139">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4" name="Google Shape;4754;p74"/>
            <p:cNvSpPr/>
            <p:nvPr/>
          </p:nvSpPr>
          <p:spPr>
            <a:xfrm>
              <a:off x="4589675" y="249750"/>
              <a:ext cx="358300" cy="322025"/>
            </a:xfrm>
            <a:custGeom>
              <a:rect b="b" l="l" r="r" t="t"/>
              <a:pathLst>
                <a:path extrusionOk="0" h="12881" w="14332">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55" name="Google Shape;4755;p74"/>
          <p:cNvGrpSpPr/>
          <p:nvPr/>
        </p:nvGrpSpPr>
        <p:grpSpPr>
          <a:xfrm>
            <a:off x="3752328" y="2287102"/>
            <a:ext cx="339253" cy="339253"/>
            <a:chOff x="5049725" y="249400"/>
            <a:chExt cx="481825" cy="481825"/>
          </a:xfrm>
        </p:grpSpPr>
        <p:sp>
          <p:nvSpPr>
            <p:cNvPr id="4756" name="Google Shape;4756;p74"/>
            <p:cNvSpPr/>
            <p:nvPr/>
          </p:nvSpPr>
          <p:spPr>
            <a:xfrm>
              <a:off x="5191775" y="560925"/>
              <a:ext cx="197625" cy="170300"/>
            </a:xfrm>
            <a:custGeom>
              <a:rect b="b" l="l" r="r" t="t"/>
              <a:pathLst>
                <a:path extrusionOk="0" h="6812" w="7905">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7" name="Google Shape;4757;p74"/>
            <p:cNvSpPr/>
            <p:nvPr/>
          </p:nvSpPr>
          <p:spPr>
            <a:xfrm>
              <a:off x="5049725" y="249400"/>
              <a:ext cx="481825" cy="396225"/>
            </a:xfrm>
            <a:custGeom>
              <a:rect b="b" l="l" r="r" t="t"/>
              <a:pathLst>
                <a:path extrusionOk="0" h="15849" w="19273">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58" name="Google Shape;4758;p74"/>
          <p:cNvGrpSpPr/>
          <p:nvPr/>
        </p:nvGrpSpPr>
        <p:grpSpPr>
          <a:xfrm>
            <a:off x="4166269" y="2287102"/>
            <a:ext cx="339253" cy="339253"/>
            <a:chOff x="5660400" y="238125"/>
            <a:chExt cx="481825" cy="481825"/>
          </a:xfrm>
        </p:grpSpPr>
        <p:sp>
          <p:nvSpPr>
            <p:cNvPr id="4759" name="Google Shape;4759;p74"/>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0" name="Google Shape;4760;p74"/>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61" name="Google Shape;4761;p74"/>
          <p:cNvGrpSpPr/>
          <p:nvPr/>
        </p:nvGrpSpPr>
        <p:grpSpPr>
          <a:xfrm>
            <a:off x="4582955" y="2287102"/>
            <a:ext cx="339253" cy="339253"/>
            <a:chOff x="6235400" y="249400"/>
            <a:chExt cx="481825" cy="481825"/>
          </a:xfrm>
        </p:grpSpPr>
        <p:sp>
          <p:nvSpPr>
            <p:cNvPr id="4762" name="Google Shape;4762;p74"/>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3" name="Google Shape;4763;p74"/>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4" name="Google Shape;4764;p74"/>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5" name="Google Shape;4765;p74"/>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6" name="Google Shape;4766;p74"/>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67" name="Google Shape;4767;p74"/>
          <p:cNvGrpSpPr/>
          <p:nvPr/>
        </p:nvGrpSpPr>
        <p:grpSpPr>
          <a:xfrm>
            <a:off x="821301" y="2731810"/>
            <a:ext cx="340204" cy="298116"/>
            <a:chOff x="899850" y="871450"/>
            <a:chExt cx="483175" cy="423400"/>
          </a:xfrm>
        </p:grpSpPr>
        <p:sp>
          <p:nvSpPr>
            <p:cNvPr id="4768" name="Google Shape;4768;p74"/>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9" name="Google Shape;4769;p74"/>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0" name="Google Shape;4770;p74"/>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1" name="Google Shape;4771;p74"/>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772" name="Google Shape;4772;p74"/>
          <p:cNvSpPr/>
          <p:nvPr/>
        </p:nvSpPr>
        <p:spPr>
          <a:xfrm>
            <a:off x="1258100" y="2711214"/>
            <a:ext cx="302200" cy="339253"/>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773" name="Google Shape;4773;p74"/>
          <p:cNvGrpSpPr/>
          <p:nvPr/>
        </p:nvGrpSpPr>
        <p:grpSpPr>
          <a:xfrm>
            <a:off x="1653301" y="2711232"/>
            <a:ext cx="340573" cy="339271"/>
            <a:chOff x="2085450" y="842250"/>
            <a:chExt cx="483700" cy="481850"/>
          </a:xfrm>
        </p:grpSpPr>
        <p:sp>
          <p:nvSpPr>
            <p:cNvPr id="4774" name="Google Shape;4774;p74"/>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5" name="Google Shape;4775;p74"/>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6" name="Google Shape;4776;p74"/>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77" name="Google Shape;4777;p74"/>
          <p:cNvGrpSpPr/>
          <p:nvPr/>
        </p:nvGrpSpPr>
        <p:grpSpPr>
          <a:xfrm>
            <a:off x="2081868" y="2711241"/>
            <a:ext cx="339306" cy="339253"/>
            <a:chOff x="2685825" y="840375"/>
            <a:chExt cx="481900" cy="481825"/>
          </a:xfrm>
        </p:grpSpPr>
        <p:sp>
          <p:nvSpPr>
            <p:cNvPr id="4778" name="Google Shape;4778;p74"/>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9" name="Google Shape;4779;p74"/>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0" name="Google Shape;4780;p74"/>
          <p:cNvGrpSpPr/>
          <p:nvPr/>
        </p:nvGrpSpPr>
        <p:grpSpPr>
          <a:xfrm>
            <a:off x="2493529" y="2710924"/>
            <a:ext cx="350431" cy="339887"/>
            <a:chOff x="3270675" y="841800"/>
            <a:chExt cx="497700" cy="482725"/>
          </a:xfrm>
        </p:grpSpPr>
        <p:sp>
          <p:nvSpPr>
            <p:cNvPr id="4781" name="Google Shape;4781;p74"/>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2" name="Google Shape;4782;p74"/>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3" name="Google Shape;4783;p74"/>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784" name="Google Shape;4784;p74"/>
          <p:cNvSpPr/>
          <p:nvPr/>
        </p:nvSpPr>
        <p:spPr>
          <a:xfrm>
            <a:off x="2911555" y="2721811"/>
            <a:ext cx="339253" cy="318060"/>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785" name="Google Shape;4785;p74"/>
          <p:cNvGrpSpPr/>
          <p:nvPr/>
        </p:nvGrpSpPr>
        <p:grpSpPr>
          <a:xfrm>
            <a:off x="3329675" y="2731783"/>
            <a:ext cx="339253" cy="298169"/>
            <a:chOff x="4467200" y="877100"/>
            <a:chExt cx="481825" cy="423475"/>
          </a:xfrm>
        </p:grpSpPr>
        <p:sp>
          <p:nvSpPr>
            <p:cNvPr id="4786" name="Google Shape;4786;p74"/>
            <p:cNvSpPr/>
            <p:nvPr/>
          </p:nvSpPr>
          <p:spPr>
            <a:xfrm>
              <a:off x="4467200" y="1018225"/>
              <a:ext cx="481825" cy="282350"/>
            </a:xfrm>
            <a:custGeom>
              <a:rect b="b" l="l" r="r" t="t"/>
              <a:pathLst>
                <a:path extrusionOk="0" h="11294" w="19273">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7" name="Google Shape;4787;p74"/>
            <p:cNvSpPr/>
            <p:nvPr/>
          </p:nvSpPr>
          <p:spPr>
            <a:xfrm>
              <a:off x="4608425" y="1129300"/>
              <a:ext cx="45125" cy="60175"/>
            </a:xfrm>
            <a:custGeom>
              <a:rect b="b" l="l" r="r" t="t"/>
              <a:pathLst>
                <a:path extrusionOk="0" h="2407" w="1805">
                  <a:moveTo>
                    <a:pt x="0" y="0"/>
                  </a:moveTo>
                  <a:lnTo>
                    <a:pt x="0" y="2406"/>
                  </a:lnTo>
                  <a:lnTo>
                    <a:pt x="1804" y="1205"/>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8" name="Google Shape;4788;p74"/>
            <p:cNvSpPr/>
            <p:nvPr/>
          </p:nvSpPr>
          <p:spPr>
            <a:xfrm>
              <a:off x="4495500" y="877100"/>
              <a:ext cx="141175" cy="141175"/>
            </a:xfrm>
            <a:custGeom>
              <a:rect b="b" l="l" r="r" t="t"/>
              <a:pathLst>
                <a:path extrusionOk="0" h="5647" w="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9" name="Google Shape;4789;p74"/>
            <p:cNvSpPr/>
            <p:nvPr/>
          </p:nvSpPr>
          <p:spPr>
            <a:xfrm>
              <a:off x="4636650" y="877100"/>
              <a:ext cx="141175" cy="141175"/>
            </a:xfrm>
            <a:custGeom>
              <a:rect b="b" l="l" r="r" t="t"/>
              <a:pathLst>
                <a:path extrusionOk="0" h="5647" w="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90" name="Google Shape;4790;p74"/>
          <p:cNvGrpSpPr/>
          <p:nvPr/>
        </p:nvGrpSpPr>
        <p:grpSpPr>
          <a:xfrm>
            <a:off x="3744565" y="2711232"/>
            <a:ext cx="354778" cy="339271"/>
            <a:chOff x="5045500" y="842250"/>
            <a:chExt cx="503875" cy="481850"/>
          </a:xfrm>
        </p:grpSpPr>
        <p:sp>
          <p:nvSpPr>
            <p:cNvPr id="4791" name="Google Shape;4791;p74"/>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2" name="Google Shape;4792;p74"/>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93" name="Google Shape;4793;p74"/>
          <p:cNvGrpSpPr/>
          <p:nvPr/>
        </p:nvGrpSpPr>
        <p:grpSpPr>
          <a:xfrm>
            <a:off x="4167413" y="2737451"/>
            <a:ext cx="336965" cy="286833"/>
            <a:chOff x="5645200" y="879425"/>
            <a:chExt cx="478575" cy="407375"/>
          </a:xfrm>
        </p:grpSpPr>
        <p:sp>
          <p:nvSpPr>
            <p:cNvPr id="4794" name="Google Shape;4794;p74"/>
            <p:cNvSpPr/>
            <p:nvPr/>
          </p:nvSpPr>
          <p:spPr>
            <a:xfrm>
              <a:off x="6004200" y="1075025"/>
              <a:ext cx="86075" cy="93450"/>
            </a:xfrm>
            <a:custGeom>
              <a:rect b="b" l="l" r="r" t="t"/>
              <a:pathLst>
                <a:path extrusionOk="0" h="3738" w="3443">
                  <a:moveTo>
                    <a:pt x="1" y="0"/>
                  </a:moveTo>
                  <a:lnTo>
                    <a:pt x="1" y="3737"/>
                  </a:lnTo>
                  <a:lnTo>
                    <a:pt x="1907" y="3737"/>
                  </a:lnTo>
                  <a:cubicBezTo>
                    <a:pt x="2157" y="3737"/>
                    <a:pt x="2377" y="3574"/>
                    <a:pt x="2449" y="3334"/>
                  </a:cubicBezTo>
                  <a:lnTo>
                    <a:pt x="34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5" name="Google Shape;4795;p74"/>
            <p:cNvSpPr/>
            <p:nvPr/>
          </p:nvSpPr>
          <p:spPr>
            <a:xfrm>
              <a:off x="5880900" y="953275"/>
              <a:ext cx="95100" cy="93525"/>
            </a:xfrm>
            <a:custGeom>
              <a:rect b="b" l="l" r="r" t="t"/>
              <a:pathLst>
                <a:path extrusionOk="0" h="3741" w="3804">
                  <a:moveTo>
                    <a:pt x="0" y="1"/>
                  </a:moveTo>
                  <a:lnTo>
                    <a:pt x="0" y="3741"/>
                  </a:lnTo>
                  <a:lnTo>
                    <a:pt x="3804" y="3741"/>
                  </a:lnTo>
                  <a:lnTo>
                    <a:pt x="3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6" name="Google Shape;4796;p74"/>
            <p:cNvSpPr/>
            <p:nvPr/>
          </p:nvSpPr>
          <p:spPr>
            <a:xfrm>
              <a:off x="6004200" y="953275"/>
              <a:ext cx="119575" cy="93525"/>
            </a:xfrm>
            <a:custGeom>
              <a:rect b="b" l="l" r="r" t="t"/>
              <a:pathLst>
                <a:path extrusionOk="0" h="3741" w="4783">
                  <a:moveTo>
                    <a:pt x="1" y="1"/>
                  </a:moveTo>
                  <a:lnTo>
                    <a:pt x="1" y="3741"/>
                  </a:lnTo>
                  <a:lnTo>
                    <a:pt x="3777" y="3741"/>
                  </a:lnTo>
                  <a:lnTo>
                    <a:pt x="4674" y="727"/>
                  </a:lnTo>
                  <a:cubicBezTo>
                    <a:pt x="4783" y="365"/>
                    <a:pt x="4512" y="1"/>
                    <a:pt x="4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7" name="Google Shape;4797;p74"/>
            <p:cNvSpPr/>
            <p:nvPr/>
          </p:nvSpPr>
          <p:spPr>
            <a:xfrm>
              <a:off x="5880900" y="1075025"/>
              <a:ext cx="95100" cy="93450"/>
            </a:xfrm>
            <a:custGeom>
              <a:rect b="b" l="l" r="r" t="t"/>
              <a:pathLst>
                <a:path extrusionOk="0" h="3738" w="3804">
                  <a:moveTo>
                    <a:pt x="0" y="0"/>
                  </a:moveTo>
                  <a:lnTo>
                    <a:pt x="0" y="3737"/>
                  </a:lnTo>
                  <a:lnTo>
                    <a:pt x="3804" y="3737"/>
                  </a:lnTo>
                  <a:lnTo>
                    <a:pt x="3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8" name="Google Shape;4798;p74"/>
            <p:cNvSpPr/>
            <p:nvPr/>
          </p:nvSpPr>
          <p:spPr>
            <a:xfrm>
              <a:off x="5645200" y="879425"/>
              <a:ext cx="207500" cy="167375"/>
            </a:xfrm>
            <a:custGeom>
              <a:rect b="b" l="l" r="r" t="t"/>
              <a:pathLst>
                <a:path extrusionOk="0" h="6695" w="830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9" name="Google Shape;4799;p74"/>
            <p:cNvSpPr/>
            <p:nvPr/>
          </p:nvSpPr>
          <p:spPr>
            <a:xfrm>
              <a:off x="5722500" y="1075025"/>
              <a:ext cx="370875" cy="211775"/>
            </a:xfrm>
            <a:custGeom>
              <a:rect b="b" l="l" r="r" t="t"/>
              <a:pathLst>
                <a:path extrusionOk="0" h="8471" w="14835">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00" name="Google Shape;4800;p74"/>
          <p:cNvGrpSpPr/>
          <p:nvPr/>
        </p:nvGrpSpPr>
        <p:grpSpPr>
          <a:xfrm>
            <a:off x="4603488" y="2711241"/>
            <a:ext cx="298186" cy="339253"/>
            <a:chOff x="6264525" y="842250"/>
            <a:chExt cx="423500" cy="481825"/>
          </a:xfrm>
        </p:grpSpPr>
        <p:sp>
          <p:nvSpPr>
            <p:cNvPr id="4801" name="Google Shape;4801;p74"/>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2" name="Google Shape;4802;p74"/>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3" name="Google Shape;4803;p74"/>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4" name="Google Shape;4804;p74"/>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5" name="Google Shape;4805;p74"/>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6" name="Google Shape;4806;p74"/>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7" name="Google Shape;4807;p74"/>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08" name="Google Shape;4808;p74"/>
          <p:cNvGrpSpPr/>
          <p:nvPr/>
        </p:nvGrpSpPr>
        <p:grpSpPr>
          <a:xfrm>
            <a:off x="821776" y="3125895"/>
            <a:ext cx="339253" cy="339253"/>
            <a:chOff x="900750" y="1436075"/>
            <a:chExt cx="481825" cy="481825"/>
          </a:xfrm>
        </p:grpSpPr>
        <p:sp>
          <p:nvSpPr>
            <p:cNvPr id="4809" name="Google Shape;4809;p74"/>
            <p:cNvSpPr/>
            <p:nvPr/>
          </p:nvSpPr>
          <p:spPr>
            <a:xfrm>
              <a:off x="900750" y="1627500"/>
              <a:ext cx="481825" cy="290400"/>
            </a:xfrm>
            <a:custGeom>
              <a:rect b="b" l="l" r="r" t="t"/>
              <a:pathLst>
                <a:path extrusionOk="0" h="11616" w="19273">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0" name="Google Shape;4810;p74"/>
            <p:cNvSpPr/>
            <p:nvPr/>
          </p:nvSpPr>
          <p:spPr>
            <a:xfrm>
              <a:off x="1296950" y="1549900"/>
              <a:ext cx="71550" cy="105850"/>
            </a:xfrm>
            <a:custGeom>
              <a:rect b="b" l="l" r="r" t="t"/>
              <a:pathLst>
                <a:path extrusionOk="0" h="4234" w="2862">
                  <a:moveTo>
                    <a:pt x="0" y="0"/>
                  </a:moveTo>
                  <a:lnTo>
                    <a:pt x="0" y="4234"/>
                  </a:lnTo>
                  <a:lnTo>
                    <a:pt x="2861" y="2117"/>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1" name="Google Shape;4811;p74"/>
            <p:cNvSpPr/>
            <p:nvPr/>
          </p:nvSpPr>
          <p:spPr>
            <a:xfrm>
              <a:off x="914900" y="1549900"/>
              <a:ext cx="71550" cy="105850"/>
            </a:xfrm>
            <a:custGeom>
              <a:rect b="b" l="l" r="r" t="t"/>
              <a:pathLst>
                <a:path extrusionOk="0" h="4234" w="2862">
                  <a:moveTo>
                    <a:pt x="2861" y="0"/>
                  </a:moveTo>
                  <a:lnTo>
                    <a:pt x="0" y="2117"/>
                  </a:lnTo>
                  <a:lnTo>
                    <a:pt x="2861" y="4234"/>
                  </a:lnTo>
                  <a:lnTo>
                    <a:pt x="28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2" name="Google Shape;4812;p74"/>
            <p:cNvSpPr/>
            <p:nvPr/>
          </p:nvSpPr>
          <p:spPr>
            <a:xfrm>
              <a:off x="1014650" y="1436075"/>
              <a:ext cx="254100" cy="336150"/>
            </a:xfrm>
            <a:custGeom>
              <a:rect b="b" l="l" r="r" t="t"/>
              <a:pathLst>
                <a:path extrusionOk="0" h="13446" w="10164">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3" name="Google Shape;4813;p74"/>
          <p:cNvGrpSpPr/>
          <p:nvPr/>
        </p:nvGrpSpPr>
        <p:grpSpPr>
          <a:xfrm>
            <a:off x="1239624" y="3186183"/>
            <a:ext cx="339253" cy="218676"/>
            <a:chOff x="1492675" y="1520750"/>
            <a:chExt cx="481825" cy="310575"/>
          </a:xfrm>
        </p:grpSpPr>
        <p:sp>
          <p:nvSpPr>
            <p:cNvPr id="4814" name="Google Shape;4814;p74"/>
            <p:cNvSpPr/>
            <p:nvPr/>
          </p:nvSpPr>
          <p:spPr>
            <a:xfrm>
              <a:off x="1492675" y="1540400"/>
              <a:ext cx="481825" cy="290925"/>
            </a:xfrm>
            <a:custGeom>
              <a:rect b="b" l="l" r="r" t="t"/>
              <a:pathLst>
                <a:path extrusionOk="0" h="11637" w="19273">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5" name="Google Shape;4815;p74"/>
            <p:cNvSpPr/>
            <p:nvPr/>
          </p:nvSpPr>
          <p:spPr>
            <a:xfrm>
              <a:off x="1522575" y="1520750"/>
              <a:ext cx="421975" cy="165800"/>
            </a:xfrm>
            <a:custGeom>
              <a:rect b="b" l="l" r="r" t="t"/>
              <a:pathLst>
                <a:path extrusionOk="0" h="6632" w="16879">
                  <a:moveTo>
                    <a:pt x="497" y="1"/>
                  </a:moveTo>
                  <a:cubicBezTo>
                    <a:pt x="328" y="1"/>
                    <a:pt x="160" y="31"/>
                    <a:pt x="0" y="82"/>
                  </a:cubicBezTo>
                  <a:lnTo>
                    <a:pt x="8441" y="6631"/>
                  </a:lnTo>
                  <a:lnTo>
                    <a:pt x="16878" y="82"/>
                  </a:lnTo>
                  <a:cubicBezTo>
                    <a:pt x="16719" y="31"/>
                    <a:pt x="16550" y="1"/>
                    <a:pt x="163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6" name="Google Shape;4816;p74"/>
          <p:cNvGrpSpPr/>
          <p:nvPr/>
        </p:nvGrpSpPr>
        <p:grpSpPr>
          <a:xfrm>
            <a:off x="1647421" y="3125877"/>
            <a:ext cx="352332" cy="339288"/>
            <a:chOff x="2071000" y="1435025"/>
            <a:chExt cx="500400" cy="481875"/>
          </a:xfrm>
        </p:grpSpPr>
        <p:sp>
          <p:nvSpPr>
            <p:cNvPr id="4817" name="Google Shape;4817;p74"/>
            <p:cNvSpPr/>
            <p:nvPr/>
          </p:nvSpPr>
          <p:spPr>
            <a:xfrm>
              <a:off x="2425125" y="1718700"/>
              <a:ext cx="146275" cy="141750"/>
            </a:xfrm>
            <a:custGeom>
              <a:rect b="b" l="l" r="r" t="t"/>
              <a:pathLst>
                <a:path extrusionOk="0" h="5670" w="5851">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8" name="Google Shape;4818;p74"/>
            <p:cNvSpPr/>
            <p:nvPr/>
          </p:nvSpPr>
          <p:spPr>
            <a:xfrm>
              <a:off x="2071000" y="1477850"/>
              <a:ext cx="453125" cy="439050"/>
            </a:xfrm>
            <a:custGeom>
              <a:rect b="b" l="l" r="r" t="t"/>
              <a:pathLst>
                <a:path extrusionOk="0" h="17562" w="18125">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9" name="Google Shape;4819;p74"/>
            <p:cNvSpPr/>
            <p:nvPr/>
          </p:nvSpPr>
          <p:spPr>
            <a:xfrm>
              <a:off x="2141600" y="1435025"/>
              <a:ext cx="146300" cy="141850"/>
            </a:xfrm>
            <a:custGeom>
              <a:rect b="b" l="l" r="r" t="t"/>
              <a:pathLst>
                <a:path extrusionOk="0" h="5674" w="5852">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0" name="Google Shape;4820;p74"/>
          <p:cNvGrpSpPr/>
          <p:nvPr/>
        </p:nvGrpSpPr>
        <p:grpSpPr>
          <a:xfrm>
            <a:off x="2073509" y="3167747"/>
            <a:ext cx="351874" cy="297623"/>
            <a:chOff x="2678350" y="1464650"/>
            <a:chExt cx="499750" cy="422700"/>
          </a:xfrm>
        </p:grpSpPr>
        <p:sp>
          <p:nvSpPr>
            <p:cNvPr id="4821" name="Google Shape;4821;p74"/>
            <p:cNvSpPr/>
            <p:nvPr/>
          </p:nvSpPr>
          <p:spPr>
            <a:xfrm>
              <a:off x="3081050" y="1542700"/>
              <a:ext cx="97050" cy="267350"/>
            </a:xfrm>
            <a:custGeom>
              <a:rect b="b" l="l" r="r" t="t"/>
              <a:pathLst>
                <a:path extrusionOk="0" h="10694" w="3882">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2" name="Google Shape;4822;p74"/>
            <p:cNvSpPr/>
            <p:nvPr/>
          </p:nvSpPr>
          <p:spPr>
            <a:xfrm>
              <a:off x="3041000" y="1582600"/>
              <a:ext cx="75075" cy="187725"/>
            </a:xfrm>
            <a:custGeom>
              <a:rect b="b" l="l" r="r" t="t"/>
              <a:pathLst>
                <a:path extrusionOk="0" h="7509" w="3003">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3" name="Google Shape;4823;p74"/>
            <p:cNvSpPr/>
            <p:nvPr/>
          </p:nvSpPr>
          <p:spPr>
            <a:xfrm>
              <a:off x="2678350" y="1464650"/>
              <a:ext cx="339700" cy="422700"/>
            </a:xfrm>
            <a:custGeom>
              <a:rect b="b" l="l" r="r" t="t"/>
              <a:pathLst>
                <a:path extrusionOk="0" h="16908" w="13588">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4" name="Google Shape;4824;p74"/>
          <p:cNvGrpSpPr/>
          <p:nvPr/>
        </p:nvGrpSpPr>
        <p:grpSpPr>
          <a:xfrm>
            <a:off x="2499118" y="3125895"/>
            <a:ext cx="339253" cy="339253"/>
            <a:chOff x="3271200" y="1435075"/>
            <a:chExt cx="481825" cy="481825"/>
          </a:xfrm>
        </p:grpSpPr>
        <p:sp>
          <p:nvSpPr>
            <p:cNvPr id="4825" name="Google Shape;4825;p74"/>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6" name="Google Shape;4826;p74"/>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7" name="Google Shape;4827;p74"/>
          <p:cNvGrpSpPr/>
          <p:nvPr/>
        </p:nvGrpSpPr>
        <p:grpSpPr>
          <a:xfrm>
            <a:off x="2909591" y="3125877"/>
            <a:ext cx="343442" cy="339288"/>
            <a:chOff x="3858100" y="1435075"/>
            <a:chExt cx="487775" cy="481875"/>
          </a:xfrm>
        </p:grpSpPr>
        <p:sp>
          <p:nvSpPr>
            <p:cNvPr id="4828" name="Google Shape;4828;p74"/>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9" name="Google Shape;4829;p74"/>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0" name="Google Shape;4830;p74"/>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1" name="Google Shape;4831;p74"/>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2" name="Google Shape;4832;p74"/>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33" name="Google Shape;4833;p74"/>
          <p:cNvGrpSpPr/>
          <p:nvPr/>
        </p:nvGrpSpPr>
        <p:grpSpPr>
          <a:xfrm>
            <a:off x="3329674" y="3125895"/>
            <a:ext cx="339253" cy="339253"/>
            <a:chOff x="4456875" y="1435075"/>
            <a:chExt cx="481825" cy="481825"/>
          </a:xfrm>
        </p:grpSpPr>
        <p:sp>
          <p:nvSpPr>
            <p:cNvPr id="4834" name="Google Shape;4834;p74"/>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5" name="Google Shape;4835;p74"/>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6" name="Google Shape;4836;p74"/>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7" name="Google Shape;4837;p74"/>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8" name="Google Shape;4838;p74"/>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9" name="Google Shape;4839;p74"/>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0" name="Google Shape;4840;p74"/>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1" name="Google Shape;4841;p74"/>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2" name="Google Shape;4842;p74"/>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3" name="Google Shape;4843;p74"/>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4" name="Google Shape;4844;p74"/>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5" name="Google Shape;4845;p74"/>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6" name="Google Shape;4846;p74"/>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7" name="Google Shape;4847;p74"/>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8" name="Google Shape;4848;p74"/>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9" name="Google Shape;4849;p74"/>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0" name="Google Shape;4850;p74"/>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1" name="Google Shape;4851;p74"/>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2" name="Google Shape;4852;p74"/>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53" name="Google Shape;4853;p74"/>
          <p:cNvGrpSpPr/>
          <p:nvPr/>
        </p:nvGrpSpPr>
        <p:grpSpPr>
          <a:xfrm>
            <a:off x="3750665" y="3125886"/>
            <a:ext cx="342580" cy="339271"/>
            <a:chOff x="5049725" y="1435050"/>
            <a:chExt cx="486550" cy="481850"/>
          </a:xfrm>
        </p:grpSpPr>
        <p:sp>
          <p:nvSpPr>
            <p:cNvPr id="4854" name="Google Shape;4854;p74"/>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5" name="Google Shape;4855;p74"/>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6" name="Google Shape;4856;p74"/>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7" name="Google Shape;4857;p74"/>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58" name="Google Shape;4858;p74"/>
          <p:cNvGrpSpPr/>
          <p:nvPr/>
        </p:nvGrpSpPr>
        <p:grpSpPr>
          <a:xfrm>
            <a:off x="4166216" y="3125895"/>
            <a:ext cx="339359" cy="339253"/>
            <a:chOff x="5642475" y="1435075"/>
            <a:chExt cx="481975" cy="481825"/>
          </a:xfrm>
        </p:grpSpPr>
        <p:sp>
          <p:nvSpPr>
            <p:cNvPr id="4859" name="Google Shape;4859;p74"/>
            <p:cNvSpPr/>
            <p:nvPr/>
          </p:nvSpPr>
          <p:spPr>
            <a:xfrm>
              <a:off x="5642475" y="1435075"/>
              <a:ext cx="481975" cy="340675"/>
            </a:xfrm>
            <a:custGeom>
              <a:rect b="b" l="l" r="r" t="t"/>
              <a:pathLst>
                <a:path extrusionOk="0" h="13627" w="19279">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0" name="Google Shape;4860;p74"/>
            <p:cNvSpPr/>
            <p:nvPr/>
          </p:nvSpPr>
          <p:spPr>
            <a:xfrm>
              <a:off x="5756375" y="1803975"/>
              <a:ext cx="254100" cy="112925"/>
            </a:xfrm>
            <a:custGeom>
              <a:rect b="b" l="l" r="r" t="t"/>
              <a:pathLst>
                <a:path extrusionOk="0" h="4517" w="10164">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1" name="Google Shape;4861;p74"/>
            <p:cNvSpPr/>
            <p:nvPr/>
          </p:nvSpPr>
          <p:spPr>
            <a:xfrm>
              <a:off x="5843400" y="1537550"/>
              <a:ext cx="79975" cy="76125"/>
            </a:xfrm>
            <a:custGeom>
              <a:rect b="b" l="l" r="r" t="t"/>
              <a:pathLst>
                <a:path extrusionOk="0" h="3045" w="3199">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2" name="Google Shape;4862;p74"/>
          <p:cNvGrpSpPr/>
          <p:nvPr/>
        </p:nvGrpSpPr>
        <p:grpSpPr>
          <a:xfrm>
            <a:off x="4580702" y="3125886"/>
            <a:ext cx="343759" cy="339271"/>
            <a:chOff x="6232000" y="1435050"/>
            <a:chExt cx="488225" cy="481850"/>
          </a:xfrm>
        </p:grpSpPr>
        <p:sp>
          <p:nvSpPr>
            <p:cNvPr id="4863" name="Google Shape;4863;p74"/>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4" name="Google Shape;4864;p74"/>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5" name="Google Shape;4865;p74"/>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6" name="Google Shape;4866;p74"/>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7" name="Google Shape;4867;p74"/>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8" name="Google Shape;4868;p74"/>
          <p:cNvGrpSpPr/>
          <p:nvPr/>
        </p:nvGrpSpPr>
        <p:grpSpPr>
          <a:xfrm>
            <a:off x="841438" y="3539545"/>
            <a:ext cx="299929" cy="337792"/>
            <a:chOff x="924450" y="2028975"/>
            <a:chExt cx="425975" cy="479750"/>
          </a:xfrm>
        </p:grpSpPr>
        <p:sp>
          <p:nvSpPr>
            <p:cNvPr id="4869" name="Google Shape;4869;p74"/>
            <p:cNvSpPr/>
            <p:nvPr/>
          </p:nvSpPr>
          <p:spPr>
            <a:xfrm>
              <a:off x="1035500" y="2028975"/>
              <a:ext cx="314925" cy="153075"/>
            </a:xfrm>
            <a:custGeom>
              <a:rect b="b" l="l" r="r" t="t"/>
              <a:pathLst>
                <a:path extrusionOk="0" h="6123" w="12597">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0" name="Google Shape;4870;p74"/>
            <p:cNvSpPr/>
            <p:nvPr/>
          </p:nvSpPr>
          <p:spPr>
            <a:xfrm>
              <a:off x="1212475" y="2137450"/>
              <a:ext cx="137950" cy="304275"/>
            </a:xfrm>
            <a:custGeom>
              <a:rect b="b" l="l" r="r" t="t"/>
              <a:pathLst>
                <a:path extrusionOk="0" h="12171" w="5518">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1" name="Google Shape;4871;p74"/>
            <p:cNvSpPr/>
            <p:nvPr/>
          </p:nvSpPr>
          <p:spPr>
            <a:xfrm>
              <a:off x="924450" y="2204450"/>
              <a:ext cx="139300" cy="304275"/>
            </a:xfrm>
            <a:custGeom>
              <a:rect b="b" l="l" r="r" t="t"/>
              <a:pathLst>
                <a:path extrusionOk="0" h="12171" w="5572">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72" name="Google Shape;4872;p74"/>
          <p:cNvGrpSpPr/>
          <p:nvPr/>
        </p:nvGrpSpPr>
        <p:grpSpPr>
          <a:xfrm>
            <a:off x="1653934" y="3559347"/>
            <a:ext cx="339306" cy="298186"/>
            <a:chOff x="2085450" y="2057100"/>
            <a:chExt cx="481900" cy="423500"/>
          </a:xfrm>
        </p:grpSpPr>
        <p:sp>
          <p:nvSpPr>
            <p:cNvPr id="4873" name="Google Shape;4873;p74"/>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4" name="Google Shape;4874;p74"/>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5" name="Google Shape;4875;p74"/>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76" name="Google Shape;4876;p74"/>
          <p:cNvGrpSpPr/>
          <p:nvPr/>
        </p:nvGrpSpPr>
        <p:grpSpPr>
          <a:xfrm>
            <a:off x="2081868" y="3582592"/>
            <a:ext cx="339306" cy="251698"/>
            <a:chOff x="2678275" y="2090100"/>
            <a:chExt cx="481900" cy="357475"/>
          </a:xfrm>
        </p:grpSpPr>
        <p:sp>
          <p:nvSpPr>
            <p:cNvPr id="4877" name="Google Shape;4877;p74"/>
            <p:cNvSpPr/>
            <p:nvPr/>
          </p:nvSpPr>
          <p:spPr>
            <a:xfrm>
              <a:off x="2899450" y="2249100"/>
              <a:ext cx="39550" cy="39550"/>
            </a:xfrm>
            <a:custGeom>
              <a:rect b="b" l="l" r="r" t="t"/>
              <a:pathLst>
                <a:path extrusionOk="0" h="1582" w="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8" name="Google Shape;4878;p74"/>
            <p:cNvSpPr/>
            <p:nvPr/>
          </p:nvSpPr>
          <p:spPr>
            <a:xfrm>
              <a:off x="3092400" y="2249100"/>
              <a:ext cx="39550" cy="39550"/>
            </a:xfrm>
            <a:custGeom>
              <a:rect b="b" l="l" r="r" t="t"/>
              <a:pathLst>
                <a:path extrusionOk="0" h="1582" w="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9" name="Google Shape;4879;p74"/>
            <p:cNvSpPr/>
            <p:nvPr/>
          </p:nvSpPr>
          <p:spPr>
            <a:xfrm>
              <a:off x="2678350" y="2389425"/>
              <a:ext cx="481825" cy="58150"/>
            </a:xfrm>
            <a:custGeom>
              <a:rect b="b" l="l" r="r" t="t"/>
              <a:pathLst>
                <a:path extrusionOk="0" h="2326" w="19273">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0" name="Google Shape;4880;p74"/>
            <p:cNvSpPr/>
            <p:nvPr/>
          </p:nvSpPr>
          <p:spPr>
            <a:xfrm>
              <a:off x="2706600" y="2249100"/>
              <a:ext cx="39550" cy="39550"/>
            </a:xfrm>
            <a:custGeom>
              <a:rect b="b" l="l" r="r" t="t"/>
              <a:pathLst>
                <a:path extrusionOk="0" h="1582" w="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1" name="Google Shape;4881;p74"/>
            <p:cNvSpPr/>
            <p:nvPr/>
          </p:nvSpPr>
          <p:spPr>
            <a:xfrm>
              <a:off x="2678275" y="2090100"/>
              <a:ext cx="481900" cy="271125"/>
            </a:xfrm>
            <a:custGeom>
              <a:rect b="b" l="l" r="r" t="t"/>
              <a:pathLst>
                <a:path extrusionOk="0" h="10845" w="19276">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82" name="Google Shape;4882;p74"/>
          <p:cNvGrpSpPr/>
          <p:nvPr/>
        </p:nvGrpSpPr>
        <p:grpSpPr>
          <a:xfrm>
            <a:off x="2559072" y="3594790"/>
            <a:ext cx="219345" cy="227301"/>
            <a:chOff x="3357325" y="2093500"/>
            <a:chExt cx="311525" cy="322825"/>
          </a:xfrm>
        </p:grpSpPr>
        <p:sp>
          <p:nvSpPr>
            <p:cNvPr id="4883" name="Google Shape;4883;p74"/>
            <p:cNvSpPr/>
            <p:nvPr/>
          </p:nvSpPr>
          <p:spPr>
            <a:xfrm>
              <a:off x="3357325" y="2210550"/>
              <a:ext cx="85700" cy="205775"/>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4" name="Google Shape;4884;p74"/>
            <p:cNvSpPr/>
            <p:nvPr/>
          </p:nvSpPr>
          <p:spPr>
            <a:xfrm>
              <a:off x="3471225" y="2152075"/>
              <a:ext cx="84725" cy="264250"/>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5" name="Google Shape;4885;p74"/>
            <p:cNvSpPr/>
            <p:nvPr/>
          </p:nvSpPr>
          <p:spPr>
            <a:xfrm>
              <a:off x="3584150" y="2093500"/>
              <a:ext cx="84700" cy="322825"/>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86" name="Google Shape;4886;p74"/>
          <p:cNvSpPr/>
          <p:nvPr/>
        </p:nvSpPr>
        <p:spPr>
          <a:xfrm>
            <a:off x="2914345" y="3550464"/>
            <a:ext cx="333673" cy="315824"/>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87" name="Google Shape;4887;p74"/>
          <p:cNvGrpSpPr/>
          <p:nvPr/>
        </p:nvGrpSpPr>
        <p:grpSpPr>
          <a:xfrm>
            <a:off x="3353262" y="3538814"/>
            <a:ext cx="292078" cy="339253"/>
            <a:chOff x="4492800" y="2027925"/>
            <a:chExt cx="414825" cy="481825"/>
          </a:xfrm>
        </p:grpSpPr>
        <p:sp>
          <p:nvSpPr>
            <p:cNvPr id="4888" name="Google Shape;4888;p74"/>
            <p:cNvSpPr/>
            <p:nvPr/>
          </p:nvSpPr>
          <p:spPr>
            <a:xfrm>
              <a:off x="4492800" y="2027925"/>
              <a:ext cx="54600" cy="481825"/>
            </a:xfrm>
            <a:custGeom>
              <a:rect b="b" l="l" r="r" t="t"/>
              <a:pathLst>
                <a:path extrusionOk="0" h="19273" w="2184">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9" name="Google Shape;4889;p74"/>
            <p:cNvSpPr/>
            <p:nvPr/>
          </p:nvSpPr>
          <p:spPr>
            <a:xfrm>
              <a:off x="4575600" y="2051425"/>
              <a:ext cx="332025" cy="262450"/>
            </a:xfrm>
            <a:custGeom>
              <a:rect b="b" l="l" r="r" t="t"/>
              <a:pathLst>
                <a:path extrusionOk="0" h="10498" w="13281">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90" name="Google Shape;4890;p74"/>
          <p:cNvGrpSpPr/>
          <p:nvPr/>
        </p:nvGrpSpPr>
        <p:grpSpPr>
          <a:xfrm>
            <a:off x="3752354" y="3538805"/>
            <a:ext cx="339200" cy="339271"/>
            <a:chOff x="5049725" y="2027900"/>
            <a:chExt cx="481750" cy="481850"/>
          </a:xfrm>
        </p:grpSpPr>
        <p:sp>
          <p:nvSpPr>
            <p:cNvPr id="4891" name="Google Shape;4891;p74"/>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2" name="Google Shape;4892;p74"/>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3" name="Google Shape;4893;p74"/>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4" name="Google Shape;4894;p74"/>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5" name="Google Shape;4895;p74"/>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6" name="Google Shape;4896;p74"/>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7" name="Google Shape;4897;p74"/>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8" name="Google Shape;4898;p74"/>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99" name="Google Shape;4899;p74"/>
          <p:cNvGrpSpPr/>
          <p:nvPr/>
        </p:nvGrpSpPr>
        <p:grpSpPr>
          <a:xfrm>
            <a:off x="4225950" y="3538893"/>
            <a:ext cx="219890" cy="339095"/>
            <a:chOff x="5726350" y="2028150"/>
            <a:chExt cx="312300" cy="481600"/>
          </a:xfrm>
        </p:grpSpPr>
        <p:sp>
          <p:nvSpPr>
            <p:cNvPr id="4900" name="Google Shape;4900;p74"/>
            <p:cNvSpPr/>
            <p:nvPr/>
          </p:nvSpPr>
          <p:spPr>
            <a:xfrm>
              <a:off x="5756075" y="2028150"/>
              <a:ext cx="252825" cy="83275"/>
            </a:xfrm>
            <a:custGeom>
              <a:rect b="b" l="l" r="r" t="t"/>
              <a:pathLst>
                <a:path extrusionOk="0" h="3331" w="10113">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1" name="Google Shape;4901;p74"/>
            <p:cNvSpPr/>
            <p:nvPr/>
          </p:nvSpPr>
          <p:spPr>
            <a:xfrm>
              <a:off x="5726350" y="2139650"/>
              <a:ext cx="312300" cy="224425"/>
            </a:xfrm>
            <a:custGeom>
              <a:rect b="b" l="l" r="r" t="t"/>
              <a:pathLst>
                <a:path extrusionOk="0" h="8977" w="12492">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2" name="Google Shape;4902;p74"/>
            <p:cNvSpPr/>
            <p:nvPr/>
          </p:nvSpPr>
          <p:spPr>
            <a:xfrm>
              <a:off x="5842500" y="2392350"/>
              <a:ext cx="79975" cy="117400"/>
            </a:xfrm>
            <a:custGeom>
              <a:rect b="b" l="l" r="r" t="t"/>
              <a:pathLst>
                <a:path extrusionOk="0" h="4696" w="3199">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03" name="Google Shape;4903;p74"/>
          <p:cNvGrpSpPr/>
          <p:nvPr/>
        </p:nvGrpSpPr>
        <p:grpSpPr>
          <a:xfrm>
            <a:off x="4586141" y="3542000"/>
            <a:ext cx="332881" cy="332881"/>
            <a:chOff x="6239925" y="2032450"/>
            <a:chExt cx="472775" cy="472775"/>
          </a:xfrm>
        </p:grpSpPr>
        <p:sp>
          <p:nvSpPr>
            <p:cNvPr id="4904" name="Google Shape;4904;p74"/>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5" name="Google Shape;4905;p74"/>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06" name="Google Shape;4906;p74"/>
          <p:cNvGrpSpPr/>
          <p:nvPr/>
        </p:nvGrpSpPr>
        <p:grpSpPr>
          <a:xfrm>
            <a:off x="5035233" y="2364092"/>
            <a:ext cx="334641" cy="185425"/>
            <a:chOff x="903075" y="2730000"/>
            <a:chExt cx="475275" cy="263350"/>
          </a:xfrm>
        </p:grpSpPr>
        <p:sp>
          <p:nvSpPr>
            <p:cNvPr id="4907" name="Google Shape;4907;p74"/>
            <p:cNvSpPr/>
            <p:nvPr/>
          </p:nvSpPr>
          <p:spPr>
            <a:xfrm>
              <a:off x="986725" y="2807325"/>
              <a:ext cx="308000" cy="108800"/>
            </a:xfrm>
            <a:custGeom>
              <a:rect b="b" l="l" r="r" t="t"/>
              <a:pathLst>
                <a:path extrusionOk="0" h="4352" w="1232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8" name="Google Shape;4908;p74"/>
            <p:cNvSpPr/>
            <p:nvPr/>
          </p:nvSpPr>
          <p:spPr>
            <a:xfrm>
              <a:off x="1126675" y="2847600"/>
              <a:ext cx="28100" cy="28175"/>
            </a:xfrm>
            <a:custGeom>
              <a:rect b="b" l="l" r="r" t="t"/>
              <a:pathLst>
                <a:path extrusionOk="0" h="1127" w="1124">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9" name="Google Shape;4909;p74"/>
            <p:cNvSpPr/>
            <p:nvPr/>
          </p:nvSpPr>
          <p:spPr>
            <a:xfrm>
              <a:off x="903075" y="2730000"/>
              <a:ext cx="475275" cy="263350"/>
            </a:xfrm>
            <a:custGeom>
              <a:rect b="b" l="l" r="r" t="t"/>
              <a:pathLst>
                <a:path extrusionOk="0" h="10534" w="19011">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0" name="Google Shape;4910;p74"/>
          <p:cNvGrpSpPr/>
          <p:nvPr/>
        </p:nvGrpSpPr>
        <p:grpSpPr>
          <a:xfrm>
            <a:off x="1239624" y="3538814"/>
            <a:ext cx="339253" cy="339253"/>
            <a:chOff x="1492675" y="2027925"/>
            <a:chExt cx="481825" cy="481825"/>
          </a:xfrm>
        </p:grpSpPr>
        <p:sp>
          <p:nvSpPr>
            <p:cNvPr id="4911" name="Google Shape;4911;p74"/>
            <p:cNvSpPr/>
            <p:nvPr/>
          </p:nvSpPr>
          <p:spPr>
            <a:xfrm>
              <a:off x="1719425" y="2170050"/>
              <a:ext cx="28250" cy="28250"/>
            </a:xfrm>
            <a:custGeom>
              <a:rect b="b" l="l" r="r" t="t"/>
              <a:pathLst>
                <a:path extrusionOk="0" h="1130"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2" name="Google Shape;4912;p74"/>
            <p:cNvSpPr/>
            <p:nvPr/>
          </p:nvSpPr>
          <p:spPr>
            <a:xfrm>
              <a:off x="1832350" y="2254750"/>
              <a:ext cx="28250" cy="28250"/>
            </a:xfrm>
            <a:custGeom>
              <a:rect b="b" l="l" r="r" t="t"/>
              <a:pathLst>
                <a:path extrusionOk="0" h="1130" w="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3" name="Google Shape;4913;p74"/>
            <p:cNvSpPr/>
            <p:nvPr/>
          </p:nvSpPr>
          <p:spPr>
            <a:xfrm>
              <a:off x="1606500" y="2254750"/>
              <a:ext cx="28250" cy="28250"/>
            </a:xfrm>
            <a:custGeom>
              <a:rect b="b" l="l" r="r" t="t"/>
              <a:pathLst>
                <a:path extrusionOk="0" h="1130" w="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4" name="Google Shape;4914;p74"/>
            <p:cNvSpPr/>
            <p:nvPr/>
          </p:nvSpPr>
          <p:spPr>
            <a:xfrm>
              <a:off x="1492675" y="2425025"/>
              <a:ext cx="481825" cy="84725"/>
            </a:xfrm>
            <a:custGeom>
              <a:rect b="b" l="l" r="r" t="t"/>
              <a:pathLst>
                <a:path extrusionOk="0" h="3389" w="19273">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5" name="Google Shape;4915;p74"/>
            <p:cNvSpPr/>
            <p:nvPr/>
          </p:nvSpPr>
          <p:spPr>
            <a:xfrm>
              <a:off x="1492675" y="2027925"/>
              <a:ext cx="481825" cy="368000"/>
            </a:xfrm>
            <a:custGeom>
              <a:rect b="b" l="l" r="r" t="t"/>
              <a:pathLst>
                <a:path extrusionOk="0" h="14720" w="19273">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6" name="Google Shape;4916;p74"/>
          <p:cNvGrpSpPr/>
          <p:nvPr/>
        </p:nvGrpSpPr>
        <p:grpSpPr>
          <a:xfrm>
            <a:off x="5466000" y="2287178"/>
            <a:ext cx="339253" cy="339253"/>
            <a:chOff x="1492675" y="2620775"/>
            <a:chExt cx="481825" cy="481825"/>
          </a:xfrm>
        </p:grpSpPr>
        <p:sp>
          <p:nvSpPr>
            <p:cNvPr id="4917" name="Google Shape;4917;p74"/>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8" name="Google Shape;4918;p74"/>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19" name="Google Shape;4919;p74"/>
          <p:cNvSpPr/>
          <p:nvPr/>
        </p:nvSpPr>
        <p:spPr>
          <a:xfrm>
            <a:off x="5865948" y="2287094"/>
            <a:ext cx="352508" cy="339253"/>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920" name="Google Shape;4920;p74"/>
          <p:cNvGrpSpPr/>
          <p:nvPr/>
        </p:nvGrpSpPr>
        <p:grpSpPr>
          <a:xfrm>
            <a:off x="6289754" y="2303161"/>
            <a:ext cx="333585" cy="307287"/>
            <a:chOff x="2682350" y="2643425"/>
            <a:chExt cx="473775" cy="436425"/>
          </a:xfrm>
        </p:grpSpPr>
        <p:sp>
          <p:nvSpPr>
            <p:cNvPr id="4921" name="Google Shape;4921;p74"/>
            <p:cNvSpPr/>
            <p:nvPr/>
          </p:nvSpPr>
          <p:spPr>
            <a:xfrm>
              <a:off x="2682350" y="2725775"/>
              <a:ext cx="70175" cy="73425"/>
            </a:xfrm>
            <a:custGeom>
              <a:rect b="b" l="l" r="r" t="t"/>
              <a:pathLst>
                <a:path extrusionOk="0" h="2937" w="280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2" name="Google Shape;4922;p74"/>
            <p:cNvSpPr/>
            <p:nvPr/>
          </p:nvSpPr>
          <p:spPr>
            <a:xfrm>
              <a:off x="2682350" y="3006350"/>
              <a:ext cx="70175" cy="73500"/>
            </a:xfrm>
            <a:custGeom>
              <a:rect b="b" l="l" r="r" t="t"/>
              <a:pathLst>
                <a:path extrusionOk="0" h="2940" w="2807">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3" name="Google Shape;4923;p74"/>
            <p:cNvSpPr/>
            <p:nvPr/>
          </p:nvSpPr>
          <p:spPr>
            <a:xfrm>
              <a:off x="3085925" y="2725700"/>
              <a:ext cx="70200" cy="73500"/>
            </a:xfrm>
            <a:custGeom>
              <a:rect b="b" l="l" r="r" t="t"/>
              <a:pathLst>
                <a:path extrusionOk="0" h="2940" w="2808">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4" name="Google Shape;4924;p74"/>
            <p:cNvSpPr/>
            <p:nvPr/>
          </p:nvSpPr>
          <p:spPr>
            <a:xfrm>
              <a:off x="2825150" y="2843075"/>
              <a:ext cx="180700" cy="107375"/>
            </a:xfrm>
            <a:custGeom>
              <a:rect b="b" l="l" r="r" t="t"/>
              <a:pathLst>
                <a:path extrusionOk="0" h="4295" w="7228">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5" name="Google Shape;4925;p74"/>
            <p:cNvSpPr/>
            <p:nvPr/>
          </p:nvSpPr>
          <p:spPr>
            <a:xfrm>
              <a:off x="2682350" y="2725700"/>
              <a:ext cx="473775" cy="354150"/>
            </a:xfrm>
            <a:custGeom>
              <a:rect b="b" l="l" r="r" t="t"/>
              <a:pathLst>
                <a:path extrusionOk="0" h="14166" w="18951">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6" name="Google Shape;4926;p74"/>
            <p:cNvSpPr/>
            <p:nvPr/>
          </p:nvSpPr>
          <p:spPr>
            <a:xfrm>
              <a:off x="3085925" y="3006350"/>
              <a:ext cx="70200" cy="73500"/>
            </a:xfrm>
            <a:custGeom>
              <a:rect b="b" l="l" r="r" t="t"/>
              <a:pathLst>
                <a:path extrusionOk="0" h="2940" w="2808">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7" name="Google Shape;4927;p74"/>
            <p:cNvSpPr/>
            <p:nvPr/>
          </p:nvSpPr>
          <p:spPr>
            <a:xfrm>
              <a:off x="2825450" y="2643425"/>
              <a:ext cx="187550" cy="54075"/>
            </a:xfrm>
            <a:custGeom>
              <a:rect b="b" l="l" r="r" t="t"/>
              <a:pathLst>
                <a:path extrusionOk="0" h="2163" w="7502">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8" name="Google Shape;4928;p74"/>
          <p:cNvGrpSpPr/>
          <p:nvPr/>
        </p:nvGrpSpPr>
        <p:grpSpPr>
          <a:xfrm>
            <a:off x="6755243" y="2287178"/>
            <a:ext cx="238531" cy="339253"/>
            <a:chOff x="3342725" y="2620775"/>
            <a:chExt cx="338775" cy="481825"/>
          </a:xfrm>
        </p:grpSpPr>
        <p:sp>
          <p:nvSpPr>
            <p:cNvPr id="4929" name="Google Shape;4929;p74"/>
            <p:cNvSpPr/>
            <p:nvPr/>
          </p:nvSpPr>
          <p:spPr>
            <a:xfrm>
              <a:off x="3342725" y="2620775"/>
              <a:ext cx="338775" cy="56475"/>
            </a:xfrm>
            <a:custGeom>
              <a:rect b="b" l="l" r="r" t="t"/>
              <a:pathLst>
                <a:path extrusionOk="0" h="2259" w="13551">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0" name="Google Shape;4930;p74"/>
            <p:cNvSpPr/>
            <p:nvPr/>
          </p:nvSpPr>
          <p:spPr>
            <a:xfrm>
              <a:off x="3342725" y="2705450"/>
              <a:ext cx="338775" cy="284225"/>
            </a:xfrm>
            <a:custGeom>
              <a:rect b="b" l="l" r="r" t="t"/>
              <a:pathLst>
                <a:path extrusionOk="0" h="11369" w="13551">
                  <a:moveTo>
                    <a:pt x="0" y="1"/>
                  </a:moveTo>
                  <a:lnTo>
                    <a:pt x="0" y="11368"/>
                  </a:lnTo>
                  <a:lnTo>
                    <a:pt x="13551" y="11368"/>
                  </a:lnTo>
                  <a:lnTo>
                    <a:pt x="135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1" name="Google Shape;4931;p74"/>
            <p:cNvSpPr/>
            <p:nvPr/>
          </p:nvSpPr>
          <p:spPr>
            <a:xfrm>
              <a:off x="3342725" y="3017875"/>
              <a:ext cx="338775" cy="84725"/>
            </a:xfrm>
            <a:custGeom>
              <a:rect b="b" l="l" r="r" t="t"/>
              <a:pathLst>
                <a:path extrusionOk="0" h="3389" w="13551">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2" name="Google Shape;4932;p74"/>
          <p:cNvGrpSpPr/>
          <p:nvPr/>
        </p:nvGrpSpPr>
        <p:grpSpPr>
          <a:xfrm>
            <a:off x="7148994" y="2287178"/>
            <a:ext cx="278296" cy="339253"/>
            <a:chOff x="3907325" y="2620775"/>
            <a:chExt cx="395250" cy="481825"/>
          </a:xfrm>
        </p:grpSpPr>
        <p:sp>
          <p:nvSpPr>
            <p:cNvPr id="4933" name="Google Shape;4933;p74"/>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4" name="Google Shape;4934;p74"/>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5" name="Google Shape;4935;p74"/>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6" name="Google Shape;4936;p74"/>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7" name="Google Shape;4937;p74"/>
          <p:cNvGrpSpPr/>
          <p:nvPr/>
        </p:nvGrpSpPr>
        <p:grpSpPr>
          <a:xfrm>
            <a:off x="7542181" y="2297783"/>
            <a:ext cx="339253" cy="318042"/>
            <a:chOff x="4456875" y="2635825"/>
            <a:chExt cx="481825" cy="451700"/>
          </a:xfrm>
        </p:grpSpPr>
        <p:sp>
          <p:nvSpPr>
            <p:cNvPr id="4938" name="Google Shape;4938;p74"/>
            <p:cNvSpPr/>
            <p:nvPr/>
          </p:nvSpPr>
          <p:spPr>
            <a:xfrm>
              <a:off x="4542475" y="3031050"/>
              <a:ext cx="189725" cy="56475"/>
            </a:xfrm>
            <a:custGeom>
              <a:rect b="b" l="l" r="r" t="t"/>
              <a:pathLst>
                <a:path extrusionOk="0" h="2259" w="7589">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9" name="Google Shape;4939;p74"/>
            <p:cNvSpPr/>
            <p:nvPr/>
          </p:nvSpPr>
          <p:spPr>
            <a:xfrm>
              <a:off x="4456875" y="2946350"/>
              <a:ext cx="256125" cy="56500"/>
            </a:xfrm>
            <a:custGeom>
              <a:rect b="b" l="l" r="r" t="t"/>
              <a:pathLst>
                <a:path extrusionOk="0" h="2260" w="10245">
                  <a:moveTo>
                    <a:pt x="1" y="1"/>
                  </a:moveTo>
                  <a:lnTo>
                    <a:pt x="1" y="567"/>
                  </a:lnTo>
                  <a:cubicBezTo>
                    <a:pt x="1" y="1500"/>
                    <a:pt x="756" y="2259"/>
                    <a:pt x="1693" y="2259"/>
                  </a:cubicBezTo>
                  <a:lnTo>
                    <a:pt x="10245" y="2259"/>
                  </a:lnTo>
                  <a:lnTo>
                    <a:pt x="102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0" name="Google Shape;4940;p74"/>
            <p:cNvSpPr/>
            <p:nvPr/>
          </p:nvSpPr>
          <p:spPr>
            <a:xfrm>
              <a:off x="4741225" y="2861675"/>
              <a:ext cx="169400" cy="141175"/>
            </a:xfrm>
            <a:custGeom>
              <a:rect b="b" l="l" r="r" t="t"/>
              <a:pathLst>
                <a:path extrusionOk="0" h="5647" w="6776">
                  <a:moveTo>
                    <a:pt x="0" y="0"/>
                  </a:moveTo>
                  <a:lnTo>
                    <a:pt x="0" y="5646"/>
                  </a:lnTo>
                  <a:lnTo>
                    <a:pt x="6775" y="5646"/>
                  </a:ln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1" name="Google Shape;4941;p74"/>
            <p:cNvSpPr/>
            <p:nvPr/>
          </p:nvSpPr>
          <p:spPr>
            <a:xfrm>
              <a:off x="4741225" y="3031050"/>
              <a:ext cx="169400" cy="42400"/>
            </a:xfrm>
            <a:custGeom>
              <a:rect b="b" l="l" r="r" t="t"/>
              <a:pathLst>
                <a:path extrusionOk="0" h="1696" w="6776">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2" name="Google Shape;4942;p74"/>
            <p:cNvSpPr/>
            <p:nvPr/>
          </p:nvSpPr>
          <p:spPr>
            <a:xfrm>
              <a:off x="4456875" y="2635825"/>
              <a:ext cx="481825" cy="282325"/>
            </a:xfrm>
            <a:custGeom>
              <a:rect b="b" l="l" r="r" t="t"/>
              <a:pathLst>
                <a:path extrusionOk="0" h="11293" w="19273">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3" name="Google Shape;4943;p74"/>
            <p:cNvSpPr/>
            <p:nvPr/>
          </p:nvSpPr>
          <p:spPr>
            <a:xfrm>
              <a:off x="4741225" y="2791125"/>
              <a:ext cx="169400" cy="42325"/>
            </a:xfrm>
            <a:custGeom>
              <a:rect b="b" l="l" r="r" t="t"/>
              <a:pathLst>
                <a:path extrusionOk="0" h="1693" w="6776">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4" name="Google Shape;4944;p74"/>
          <p:cNvGrpSpPr/>
          <p:nvPr/>
        </p:nvGrpSpPr>
        <p:grpSpPr>
          <a:xfrm>
            <a:off x="7967105" y="2297783"/>
            <a:ext cx="339253" cy="318042"/>
            <a:chOff x="5049725" y="2635825"/>
            <a:chExt cx="481825" cy="451700"/>
          </a:xfrm>
        </p:grpSpPr>
        <p:sp>
          <p:nvSpPr>
            <p:cNvPr id="4945" name="Google Shape;4945;p74"/>
            <p:cNvSpPr/>
            <p:nvPr/>
          </p:nvSpPr>
          <p:spPr>
            <a:xfrm>
              <a:off x="5135325" y="3031050"/>
              <a:ext cx="310550" cy="56475"/>
            </a:xfrm>
            <a:custGeom>
              <a:rect b="b" l="l" r="r" t="t"/>
              <a:pathLst>
                <a:path extrusionOk="0" h="2259" w="12422">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6" name="Google Shape;4946;p74"/>
            <p:cNvSpPr/>
            <p:nvPr/>
          </p:nvSpPr>
          <p:spPr>
            <a:xfrm>
              <a:off x="5049725" y="2946350"/>
              <a:ext cx="481825" cy="56500"/>
            </a:xfrm>
            <a:custGeom>
              <a:rect b="b" l="l" r="r" t="t"/>
              <a:pathLst>
                <a:path extrusionOk="0" h="2260" w="19273">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7" name="Google Shape;4947;p74"/>
            <p:cNvSpPr/>
            <p:nvPr/>
          </p:nvSpPr>
          <p:spPr>
            <a:xfrm>
              <a:off x="5049725" y="2635825"/>
              <a:ext cx="481825" cy="282325"/>
            </a:xfrm>
            <a:custGeom>
              <a:rect b="b" l="l" r="r" t="t"/>
              <a:pathLst>
                <a:path extrusionOk="0" h="11293" w="19273">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8" name="Google Shape;4948;p74"/>
          <p:cNvGrpSpPr/>
          <p:nvPr/>
        </p:nvGrpSpPr>
        <p:grpSpPr>
          <a:xfrm>
            <a:off x="2211475" y="3952243"/>
            <a:ext cx="338566" cy="338373"/>
            <a:chOff x="5643000" y="2621375"/>
            <a:chExt cx="480850" cy="480575"/>
          </a:xfrm>
        </p:grpSpPr>
        <p:sp>
          <p:nvSpPr>
            <p:cNvPr id="4949" name="Google Shape;4949;p74"/>
            <p:cNvSpPr/>
            <p:nvPr/>
          </p:nvSpPr>
          <p:spPr>
            <a:xfrm>
              <a:off x="5837150" y="2812950"/>
              <a:ext cx="92625" cy="88125"/>
            </a:xfrm>
            <a:custGeom>
              <a:rect b="b" l="l" r="r" t="t"/>
              <a:pathLst>
                <a:path extrusionOk="0" h="3525" w="3705">
                  <a:moveTo>
                    <a:pt x="1853" y="1"/>
                  </a:moveTo>
                  <a:lnTo>
                    <a:pt x="1" y="1347"/>
                  </a:lnTo>
                  <a:lnTo>
                    <a:pt x="706" y="3524"/>
                  </a:lnTo>
                  <a:lnTo>
                    <a:pt x="2997" y="3524"/>
                  </a:lnTo>
                  <a:lnTo>
                    <a:pt x="3705" y="1347"/>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0" name="Google Shape;4950;p74"/>
            <p:cNvSpPr/>
            <p:nvPr/>
          </p:nvSpPr>
          <p:spPr>
            <a:xfrm>
              <a:off x="5643000" y="2631975"/>
              <a:ext cx="480850" cy="469975"/>
            </a:xfrm>
            <a:custGeom>
              <a:rect b="b" l="l" r="r" t="t"/>
              <a:pathLst>
                <a:path extrusionOk="0" h="18799" w="19234">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1" name="Google Shape;4951;p74"/>
            <p:cNvSpPr/>
            <p:nvPr/>
          </p:nvSpPr>
          <p:spPr>
            <a:xfrm>
              <a:off x="6041550" y="2749725"/>
              <a:ext cx="79750" cy="95025"/>
            </a:xfrm>
            <a:custGeom>
              <a:rect b="b" l="l" r="r" t="t"/>
              <a:pathLst>
                <a:path extrusionOk="0" h="3801" w="3190">
                  <a:moveTo>
                    <a:pt x="2184" y="0"/>
                  </a:moveTo>
                  <a:lnTo>
                    <a:pt x="723" y="196"/>
                  </a:lnTo>
                  <a:lnTo>
                    <a:pt x="0" y="2424"/>
                  </a:lnTo>
                  <a:lnTo>
                    <a:pt x="1895" y="3801"/>
                  </a:lnTo>
                  <a:lnTo>
                    <a:pt x="3189" y="3102"/>
                  </a:lnTo>
                  <a:cubicBezTo>
                    <a:pt x="3036" y="2018"/>
                    <a:pt x="2696" y="967"/>
                    <a:pt x="2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2" name="Google Shape;4952;p74"/>
            <p:cNvSpPr/>
            <p:nvPr/>
          </p:nvSpPr>
          <p:spPr>
            <a:xfrm>
              <a:off x="5963025" y="2996125"/>
              <a:ext cx="92625" cy="81175"/>
            </a:xfrm>
            <a:custGeom>
              <a:rect b="b" l="l" r="r" t="t"/>
              <a:pathLst>
                <a:path extrusionOk="0" h="3247" w="3705">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3" name="Google Shape;4953;p74"/>
            <p:cNvSpPr/>
            <p:nvPr/>
          </p:nvSpPr>
          <p:spPr>
            <a:xfrm>
              <a:off x="5711225" y="2996200"/>
              <a:ext cx="92600" cy="81100"/>
            </a:xfrm>
            <a:custGeom>
              <a:rect b="b" l="l" r="r" t="t"/>
              <a:pathLst>
                <a:path extrusionOk="0" h="3244" w="3704">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4" name="Google Shape;4954;p74"/>
            <p:cNvSpPr/>
            <p:nvPr/>
          </p:nvSpPr>
          <p:spPr>
            <a:xfrm>
              <a:off x="5645575" y="2749725"/>
              <a:ext cx="79825" cy="95100"/>
            </a:xfrm>
            <a:custGeom>
              <a:rect b="b" l="l" r="r" t="t"/>
              <a:pathLst>
                <a:path extrusionOk="0" h="3804" w="3193">
                  <a:moveTo>
                    <a:pt x="1009" y="0"/>
                  </a:moveTo>
                  <a:cubicBezTo>
                    <a:pt x="497" y="967"/>
                    <a:pt x="154" y="2018"/>
                    <a:pt x="0" y="3105"/>
                  </a:cubicBezTo>
                  <a:lnTo>
                    <a:pt x="1295" y="3804"/>
                  </a:lnTo>
                  <a:lnTo>
                    <a:pt x="3192" y="2424"/>
                  </a:lnTo>
                  <a:lnTo>
                    <a:pt x="2467" y="196"/>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5" name="Google Shape;4955;p74"/>
            <p:cNvSpPr/>
            <p:nvPr/>
          </p:nvSpPr>
          <p:spPr>
            <a:xfrm>
              <a:off x="5836025" y="2621375"/>
              <a:ext cx="94800" cy="74100"/>
            </a:xfrm>
            <a:custGeom>
              <a:rect b="b" l="l" r="r" t="t"/>
              <a:pathLst>
                <a:path extrusionOk="0" h="2964" w="3792">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56" name="Google Shape;4956;p74"/>
          <p:cNvGrpSpPr/>
          <p:nvPr/>
        </p:nvGrpSpPr>
        <p:grpSpPr>
          <a:xfrm>
            <a:off x="4032695" y="3951803"/>
            <a:ext cx="339359" cy="339253"/>
            <a:chOff x="6235250" y="2620775"/>
            <a:chExt cx="481975" cy="481825"/>
          </a:xfrm>
        </p:grpSpPr>
        <p:sp>
          <p:nvSpPr>
            <p:cNvPr id="4957" name="Google Shape;4957;p74"/>
            <p:cNvSpPr/>
            <p:nvPr/>
          </p:nvSpPr>
          <p:spPr>
            <a:xfrm>
              <a:off x="6405675" y="2620775"/>
              <a:ext cx="28275" cy="56475"/>
            </a:xfrm>
            <a:custGeom>
              <a:rect b="b" l="l" r="r" t="t"/>
              <a:pathLst>
                <a:path extrusionOk="0" h="2259" w="1131">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8" name="Google Shape;4958;p74"/>
            <p:cNvSpPr/>
            <p:nvPr/>
          </p:nvSpPr>
          <p:spPr>
            <a:xfrm>
              <a:off x="6518600" y="2620775"/>
              <a:ext cx="28250" cy="56475"/>
            </a:xfrm>
            <a:custGeom>
              <a:rect b="b" l="l" r="r" t="t"/>
              <a:pathLst>
                <a:path extrusionOk="0" h="2259" w="113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9" name="Google Shape;4959;p74"/>
            <p:cNvSpPr/>
            <p:nvPr/>
          </p:nvSpPr>
          <p:spPr>
            <a:xfrm>
              <a:off x="6603300" y="2649000"/>
              <a:ext cx="28250" cy="56475"/>
            </a:xfrm>
            <a:custGeom>
              <a:rect b="b" l="l" r="r" t="t"/>
              <a:pathLst>
                <a:path extrusionOk="0" h="2259" w="113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0" name="Google Shape;4960;p74"/>
            <p:cNvSpPr/>
            <p:nvPr/>
          </p:nvSpPr>
          <p:spPr>
            <a:xfrm>
              <a:off x="6321000" y="2649000"/>
              <a:ext cx="28250" cy="56475"/>
            </a:xfrm>
            <a:custGeom>
              <a:rect b="b" l="l" r="r" t="t"/>
              <a:pathLst>
                <a:path extrusionOk="0" h="2259" w="113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1" name="Google Shape;4961;p74"/>
            <p:cNvSpPr/>
            <p:nvPr/>
          </p:nvSpPr>
          <p:spPr>
            <a:xfrm>
              <a:off x="6235250" y="2677225"/>
              <a:ext cx="481975" cy="425375"/>
            </a:xfrm>
            <a:custGeom>
              <a:rect b="b" l="l" r="r" t="t"/>
              <a:pathLst>
                <a:path extrusionOk="0" h="17015" w="19279">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62" name="Google Shape;4962;p74"/>
          <p:cNvSpPr/>
          <p:nvPr/>
        </p:nvSpPr>
        <p:spPr>
          <a:xfrm>
            <a:off x="5030010" y="2720693"/>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963" name="Google Shape;4963;p74"/>
          <p:cNvGrpSpPr/>
          <p:nvPr/>
        </p:nvGrpSpPr>
        <p:grpSpPr>
          <a:xfrm>
            <a:off x="5465078" y="2711317"/>
            <a:ext cx="341101" cy="339253"/>
            <a:chOff x="1535000" y="3223325"/>
            <a:chExt cx="484450" cy="481825"/>
          </a:xfrm>
        </p:grpSpPr>
        <p:sp>
          <p:nvSpPr>
            <p:cNvPr id="4964" name="Google Shape;4964;p74"/>
            <p:cNvSpPr/>
            <p:nvPr/>
          </p:nvSpPr>
          <p:spPr>
            <a:xfrm>
              <a:off x="1760150" y="3308225"/>
              <a:ext cx="143825" cy="140600"/>
            </a:xfrm>
            <a:custGeom>
              <a:rect b="b" l="l" r="r" t="t"/>
              <a:pathLst>
                <a:path extrusionOk="0" h="5624" w="5753">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5" name="Google Shape;4965;p74"/>
            <p:cNvSpPr/>
            <p:nvPr/>
          </p:nvSpPr>
          <p:spPr>
            <a:xfrm>
              <a:off x="1873075" y="3421150"/>
              <a:ext cx="146375" cy="140600"/>
            </a:xfrm>
            <a:custGeom>
              <a:rect b="b" l="l" r="r" t="t"/>
              <a:pathLst>
                <a:path extrusionOk="0" h="5624" w="5855">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6" name="Google Shape;4966;p74"/>
            <p:cNvSpPr/>
            <p:nvPr/>
          </p:nvSpPr>
          <p:spPr>
            <a:xfrm>
              <a:off x="1535000" y="3223325"/>
              <a:ext cx="406450" cy="481825"/>
            </a:xfrm>
            <a:custGeom>
              <a:rect b="b" l="l" r="r" t="t"/>
              <a:pathLst>
                <a:path extrusionOk="0" h="19273" w="16258">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67" name="Google Shape;4967;p74"/>
          <p:cNvGrpSpPr/>
          <p:nvPr/>
        </p:nvGrpSpPr>
        <p:grpSpPr>
          <a:xfrm>
            <a:off x="5872645" y="2746618"/>
            <a:ext cx="339253" cy="268649"/>
            <a:chOff x="2085525" y="3263750"/>
            <a:chExt cx="481825" cy="381550"/>
          </a:xfrm>
        </p:grpSpPr>
        <p:sp>
          <p:nvSpPr>
            <p:cNvPr id="4968" name="Google Shape;4968;p74"/>
            <p:cNvSpPr/>
            <p:nvPr/>
          </p:nvSpPr>
          <p:spPr>
            <a:xfrm>
              <a:off x="2320325" y="3263750"/>
              <a:ext cx="227825" cy="141025"/>
            </a:xfrm>
            <a:custGeom>
              <a:rect b="b" l="l" r="r" t="t"/>
              <a:pathLst>
                <a:path extrusionOk="0" h="5641" w="9113">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9" name="Google Shape;4969;p74"/>
            <p:cNvSpPr/>
            <p:nvPr/>
          </p:nvSpPr>
          <p:spPr>
            <a:xfrm>
              <a:off x="2085525" y="3355200"/>
              <a:ext cx="481825" cy="290100"/>
            </a:xfrm>
            <a:custGeom>
              <a:rect b="b" l="l" r="r" t="t"/>
              <a:pathLst>
                <a:path extrusionOk="0" h="11604" w="19273">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70" name="Google Shape;4970;p74"/>
          <p:cNvSpPr/>
          <p:nvPr/>
        </p:nvSpPr>
        <p:spPr>
          <a:xfrm>
            <a:off x="6286830" y="2778690"/>
            <a:ext cx="339253" cy="204295"/>
          </a:xfrm>
          <a:custGeom>
            <a:rect b="b" l="l" r="r" t="t"/>
            <a:pathLst>
              <a:path extrusionOk="0" h="11606" w="19273">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971" name="Google Shape;4971;p74"/>
          <p:cNvGrpSpPr/>
          <p:nvPr/>
        </p:nvGrpSpPr>
        <p:grpSpPr>
          <a:xfrm>
            <a:off x="6704407" y="2711308"/>
            <a:ext cx="340204" cy="339271"/>
            <a:chOff x="3270450" y="3213625"/>
            <a:chExt cx="483175" cy="481850"/>
          </a:xfrm>
        </p:grpSpPr>
        <p:sp>
          <p:nvSpPr>
            <p:cNvPr id="4972" name="Google Shape;4972;p74"/>
            <p:cNvSpPr/>
            <p:nvPr/>
          </p:nvSpPr>
          <p:spPr>
            <a:xfrm>
              <a:off x="3392550" y="3335025"/>
              <a:ext cx="239050" cy="239050"/>
            </a:xfrm>
            <a:custGeom>
              <a:rect b="b" l="l" r="r" t="t"/>
              <a:pathLst>
                <a:path extrusionOk="0" h="9562" w="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3" name="Google Shape;4973;p74"/>
            <p:cNvSpPr/>
            <p:nvPr/>
          </p:nvSpPr>
          <p:spPr>
            <a:xfrm>
              <a:off x="3270450" y="3213625"/>
              <a:ext cx="483175" cy="481850"/>
            </a:xfrm>
            <a:custGeom>
              <a:rect b="b" l="l" r="r" t="t"/>
              <a:pathLst>
                <a:path extrusionOk="0" h="19274" w="19327">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74" name="Google Shape;4974;p74"/>
          <p:cNvGrpSpPr/>
          <p:nvPr/>
        </p:nvGrpSpPr>
        <p:grpSpPr>
          <a:xfrm>
            <a:off x="7203676" y="2711317"/>
            <a:ext cx="168931" cy="339253"/>
            <a:chOff x="3984950" y="3213600"/>
            <a:chExt cx="239925" cy="481825"/>
          </a:xfrm>
        </p:grpSpPr>
        <p:sp>
          <p:nvSpPr>
            <p:cNvPr id="4975" name="Google Shape;4975;p74"/>
            <p:cNvSpPr/>
            <p:nvPr/>
          </p:nvSpPr>
          <p:spPr>
            <a:xfrm>
              <a:off x="3984950" y="3213600"/>
              <a:ext cx="239925" cy="481825"/>
            </a:xfrm>
            <a:custGeom>
              <a:rect b="b" l="l" r="r" t="t"/>
              <a:pathLst>
                <a:path extrusionOk="0" h="19273" w="9597">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6" name="Google Shape;4976;p74"/>
            <p:cNvSpPr/>
            <p:nvPr/>
          </p:nvSpPr>
          <p:spPr>
            <a:xfrm>
              <a:off x="4072650" y="3543175"/>
              <a:ext cx="64525" cy="64625"/>
            </a:xfrm>
            <a:custGeom>
              <a:rect b="b" l="l" r="r" t="t"/>
              <a:pathLst>
                <a:path extrusionOk="0" h="2585" w="2581">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77" name="Google Shape;4977;p74"/>
          <p:cNvSpPr/>
          <p:nvPr/>
        </p:nvSpPr>
        <p:spPr>
          <a:xfrm>
            <a:off x="7542004" y="2711214"/>
            <a:ext cx="339306" cy="339253"/>
          </a:xfrm>
          <a:custGeom>
            <a:rect b="b" l="l" r="r" t="t"/>
            <a:pathLst>
              <a:path extrusionOk="0" h="19273" w="19276">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8" name="Google Shape;4978;p74"/>
          <p:cNvSpPr/>
          <p:nvPr/>
        </p:nvSpPr>
        <p:spPr>
          <a:xfrm>
            <a:off x="7966934" y="2731069"/>
            <a:ext cx="339253" cy="299542"/>
          </a:xfrm>
          <a:custGeom>
            <a:rect b="b" l="l" r="r" t="t"/>
            <a:pathLst>
              <a:path extrusionOk="0" h="17017" w="19273">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979" name="Google Shape;4979;p74"/>
          <p:cNvGrpSpPr/>
          <p:nvPr/>
        </p:nvGrpSpPr>
        <p:grpSpPr>
          <a:xfrm>
            <a:off x="1736111" y="3981487"/>
            <a:ext cx="355218" cy="279880"/>
            <a:chOff x="5629975" y="3255775"/>
            <a:chExt cx="504500" cy="397500"/>
          </a:xfrm>
        </p:grpSpPr>
        <p:sp>
          <p:nvSpPr>
            <p:cNvPr id="4980" name="Google Shape;4980;p74"/>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1" name="Google Shape;4981;p74"/>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2" name="Google Shape;4982;p74"/>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3" name="Google Shape;4983;p74"/>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4" name="Google Shape;4984;p74"/>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85" name="Google Shape;4985;p74"/>
          <p:cNvGrpSpPr/>
          <p:nvPr/>
        </p:nvGrpSpPr>
        <p:grpSpPr>
          <a:xfrm>
            <a:off x="3572294" y="3981593"/>
            <a:ext cx="340256" cy="279669"/>
            <a:chOff x="6234950" y="3255925"/>
            <a:chExt cx="483250" cy="397200"/>
          </a:xfrm>
        </p:grpSpPr>
        <p:sp>
          <p:nvSpPr>
            <p:cNvPr id="4986" name="Google Shape;4986;p74"/>
            <p:cNvSpPr/>
            <p:nvPr/>
          </p:nvSpPr>
          <p:spPr>
            <a:xfrm>
              <a:off x="6444675" y="3255925"/>
              <a:ext cx="128300" cy="90200"/>
            </a:xfrm>
            <a:custGeom>
              <a:rect b="b" l="l" r="r" t="t"/>
              <a:pathLst>
                <a:path extrusionOk="0" h="3608" w="5132">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7" name="Google Shape;4987;p74"/>
            <p:cNvSpPr/>
            <p:nvPr/>
          </p:nvSpPr>
          <p:spPr>
            <a:xfrm>
              <a:off x="6444750" y="3563200"/>
              <a:ext cx="128225" cy="89925"/>
            </a:xfrm>
            <a:custGeom>
              <a:rect b="b" l="l" r="r" t="t"/>
              <a:pathLst>
                <a:path extrusionOk="0" h="3597" w="5129">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8" name="Google Shape;4988;p74"/>
            <p:cNvSpPr/>
            <p:nvPr/>
          </p:nvSpPr>
          <p:spPr>
            <a:xfrm>
              <a:off x="6375350" y="3355650"/>
              <a:ext cx="244750" cy="197650"/>
            </a:xfrm>
            <a:custGeom>
              <a:rect b="b" l="l" r="r" t="t"/>
              <a:pathLst>
                <a:path extrusionOk="0" h="7906" w="979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9" name="Google Shape;4989;p74"/>
            <p:cNvSpPr/>
            <p:nvPr/>
          </p:nvSpPr>
          <p:spPr>
            <a:xfrm>
              <a:off x="6587875" y="3385100"/>
              <a:ext cx="130325" cy="140500"/>
            </a:xfrm>
            <a:custGeom>
              <a:rect b="b" l="l" r="r" t="t"/>
              <a:pathLst>
                <a:path extrusionOk="0" h="5620" w="5213">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0" name="Google Shape;4990;p74"/>
            <p:cNvSpPr/>
            <p:nvPr/>
          </p:nvSpPr>
          <p:spPr>
            <a:xfrm>
              <a:off x="6234950" y="3469100"/>
              <a:ext cx="165050" cy="141200"/>
            </a:xfrm>
            <a:custGeom>
              <a:rect b="b" l="l" r="r" t="t"/>
              <a:pathLst>
                <a:path extrusionOk="0" h="5648" w="6602">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1" name="Google Shape;4991;p74"/>
            <p:cNvSpPr/>
            <p:nvPr/>
          </p:nvSpPr>
          <p:spPr>
            <a:xfrm>
              <a:off x="6234950" y="3299725"/>
              <a:ext cx="165050" cy="141175"/>
            </a:xfrm>
            <a:custGeom>
              <a:rect b="b" l="l" r="r" t="t"/>
              <a:pathLst>
                <a:path extrusionOk="0" h="5647" w="6602">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92" name="Google Shape;4992;p74"/>
          <p:cNvGrpSpPr/>
          <p:nvPr/>
        </p:nvGrpSpPr>
        <p:grpSpPr>
          <a:xfrm>
            <a:off x="5043532" y="3125970"/>
            <a:ext cx="318042" cy="339253"/>
            <a:chOff x="914900" y="3806450"/>
            <a:chExt cx="451700" cy="481825"/>
          </a:xfrm>
        </p:grpSpPr>
        <p:sp>
          <p:nvSpPr>
            <p:cNvPr id="4993" name="Google Shape;4993;p74"/>
            <p:cNvSpPr/>
            <p:nvPr/>
          </p:nvSpPr>
          <p:spPr>
            <a:xfrm>
              <a:off x="914900" y="4174425"/>
              <a:ext cx="423400" cy="113850"/>
            </a:xfrm>
            <a:custGeom>
              <a:rect b="b" l="l" r="r" t="t"/>
              <a:pathLst>
                <a:path extrusionOk="0" h="4554" w="16936">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4" name="Google Shape;4994;p74"/>
            <p:cNvSpPr/>
            <p:nvPr/>
          </p:nvSpPr>
          <p:spPr>
            <a:xfrm>
              <a:off x="971350" y="3806450"/>
              <a:ext cx="254100" cy="339775"/>
            </a:xfrm>
            <a:custGeom>
              <a:rect b="b" l="l" r="r" t="t"/>
              <a:pathLst>
                <a:path extrusionOk="0" h="13591" w="10164">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5" name="Google Shape;4995;p74"/>
            <p:cNvSpPr/>
            <p:nvPr/>
          </p:nvSpPr>
          <p:spPr>
            <a:xfrm>
              <a:off x="971350" y="3947600"/>
              <a:ext cx="141175" cy="198625"/>
            </a:xfrm>
            <a:custGeom>
              <a:rect b="b" l="l" r="r" t="t"/>
              <a:pathLst>
                <a:path extrusionOk="0" h="7945" w="5647">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6" name="Google Shape;4996;p74"/>
            <p:cNvSpPr/>
            <p:nvPr/>
          </p:nvSpPr>
          <p:spPr>
            <a:xfrm>
              <a:off x="1253675" y="3806450"/>
              <a:ext cx="112925" cy="90350"/>
            </a:xfrm>
            <a:custGeom>
              <a:rect b="b" l="l" r="r" t="t"/>
              <a:pathLst>
                <a:path extrusionOk="0" h="3614" w="4517">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7" name="Google Shape;4997;p74"/>
            <p:cNvSpPr/>
            <p:nvPr/>
          </p:nvSpPr>
          <p:spPr>
            <a:xfrm>
              <a:off x="1253600" y="3876425"/>
              <a:ext cx="95025" cy="42975"/>
            </a:xfrm>
            <a:custGeom>
              <a:rect b="b" l="l" r="r" t="t"/>
              <a:pathLst>
                <a:path extrusionOk="0" h="1719" w="3801">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98" name="Google Shape;4998;p74"/>
          <p:cNvGrpSpPr/>
          <p:nvPr/>
        </p:nvGrpSpPr>
        <p:grpSpPr>
          <a:xfrm>
            <a:off x="5462454" y="3125785"/>
            <a:ext cx="346347" cy="339623"/>
            <a:chOff x="1490050" y="3805975"/>
            <a:chExt cx="491900" cy="482350"/>
          </a:xfrm>
        </p:grpSpPr>
        <p:sp>
          <p:nvSpPr>
            <p:cNvPr id="4999" name="Google Shape;4999;p74"/>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0" name="Google Shape;5000;p74"/>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1" name="Google Shape;5001;p74"/>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2" name="Google Shape;5002;p74"/>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03" name="Google Shape;5003;p74"/>
          <p:cNvGrpSpPr/>
          <p:nvPr/>
        </p:nvGrpSpPr>
        <p:grpSpPr>
          <a:xfrm>
            <a:off x="5886322" y="3125970"/>
            <a:ext cx="311899" cy="339253"/>
            <a:chOff x="2104275" y="3806450"/>
            <a:chExt cx="442975" cy="481825"/>
          </a:xfrm>
        </p:grpSpPr>
        <p:sp>
          <p:nvSpPr>
            <p:cNvPr id="5004" name="Google Shape;5004;p74"/>
            <p:cNvSpPr/>
            <p:nvPr/>
          </p:nvSpPr>
          <p:spPr>
            <a:xfrm>
              <a:off x="2104275" y="3806450"/>
              <a:ext cx="442975" cy="481825"/>
            </a:xfrm>
            <a:custGeom>
              <a:rect b="b" l="l" r="r" t="t"/>
              <a:pathLst>
                <a:path extrusionOk="0" h="19273" w="17719">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5" name="Google Shape;5005;p74"/>
            <p:cNvSpPr/>
            <p:nvPr/>
          </p:nvSpPr>
          <p:spPr>
            <a:xfrm>
              <a:off x="2284200" y="4005050"/>
              <a:ext cx="84700" cy="84700"/>
            </a:xfrm>
            <a:custGeom>
              <a:rect b="b" l="l" r="r" t="t"/>
              <a:pathLst>
                <a:path extrusionOk="0" h="3388" w="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06" name="Google Shape;5006;p74"/>
          <p:cNvGrpSpPr/>
          <p:nvPr/>
        </p:nvGrpSpPr>
        <p:grpSpPr>
          <a:xfrm>
            <a:off x="6309839" y="3125970"/>
            <a:ext cx="293416" cy="339253"/>
            <a:chOff x="2710875" y="3806450"/>
            <a:chExt cx="416725" cy="481825"/>
          </a:xfrm>
        </p:grpSpPr>
        <p:sp>
          <p:nvSpPr>
            <p:cNvPr id="5007" name="Google Shape;5007;p74"/>
            <p:cNvSpPr/>
            <p:nvPr/>
          </p:nvSpPr>
          <p:spPr>
            <a:xfrm>
              <a:off x="2710875" y="4144450"/>
              <a:ext cx="416725" cy="143825"/>
            </a:xfrm>
            <a:custGeom>
              <a:rect b="b" l="l" r="r" t="t"/>
              <a:pathLst>
                <a:path extrusionOk="0" h="5753" w="16669">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8" name="Google Shape;5008;p74"/>
            <p:cNvSpPr/>
            <p:nvPr/>
          </p:nvSpPr>
          <p:spPr>
            <a:xfrm>
              <a:off x="2784800" y="3806450"/>
              <a:ext cx="268850" cy="309800"/>
            </a:xfrm>
            <a:custGeom>
              <a:rect b="b" l="l" r="r" t="t"/>
              <a:pathLst>
                <a:path extrusionOk="0" h="12392" w="10754">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09" name="Google Shape;5009;p74"/>
          <p:cNvGrpSpPr/>
          <p:nvPr/>
        </p:nvGrpSpPr>
        <p:grpSpPr>
          <a:xfrm>
            <a:off x="6704883" y="3166412"/>
            <a:ext cx="339253" cy="258369"/>
            <a:chOff x="3271200" y="3863875"/>
            <a:chExt cx="481825" cy="366950"/>
          </a:xfrm>
        </p:grpSpPr>
        <p:sp>
          <p:nvSpPr>
            <p:cNvPr id="5010" name="Google Shape;5010;p74"/>
            <p:cNvSpPr/>
            <p:nvPr/>
          </p:nvSpPr>
          <p:spPr>
            <a:xfrm>
              <a:off x="3271200" y="3920350"/>
              <a:ext cx="283225" cy="310475"/>
            </a:xfrm>
            <a:custGeom>
              <a:rect b="b" l="l" r="r" t="t"/>
              <a:pathLst>
                <a:path extrusionOk="0" h="12419" w="1132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1" name="Google Shape;5011;p74"/>
            <p:cNvSpPr/>
            <p:nvPr/>
          </p:nvSpPr>
          <p:spPr>
            <a:xfrm>
              <a:off x="3526175" y="3863875"/>
              <a:ext cx="226850" cy="310575"/>
            </a:xfrm>
            <a:custGeom>
              <a:rect b="b" l="l" r="r" t="t"/>
              <a:pathLst>
                <a:path extrusionOk="0" h="12423" w="9074">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2" name="Google Shape;5012;p74"/>
          <p:cNvGrpSpPr/>
          <p:nvPr/>
        </p:nvGrpSpPr>
        <p:grpSpPr>
          <a:xfrm>
            <a:off x="7140377" y="3126199"/>
            <a:ext cx="295528" cy="338795"/>
            <a:chOff x="3895050" y="3806775"/>
            <a:chExt cx="419725" cy="481175"/>
          </a:xfrm>
        </p:grpSpPr>
        <p:sp>
          <p:nvSpPr>
            <p:cNvPr id="5013" name="Google Shape;5013;p74"/>
            <p:cNvSpPr/>
            <p:nvPr/>
          </p:nvSpPr>
          <p:spPr>
            <a:xfrm>
              <a:off x="3895050" y="3942650"/>
              <a:ext cx="419725" cy="345300"/>
            </a:xfrm>
            <a:custGeom>
              <a:rect b="b" l="l" r="r" t="t"/>
              <a:pathLst>
                <a:path extrusionOk="0" h="13812" w="16789">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4" name="Google Shape;5014;p74"/>
            <p:cNvSpPr/>
            <p:nvPr/>
          </p:nvSpPr>
          <p:spPr>
            <a:xfrm>
              <a:off x="4016325" y="3806775"/>
              <a:ext cx="199225" cy="142475"/>
            </a:xfrm>
            <a:custGeom>
              <a:rect b="b" l="l" r="r" t="t"/>
              <a:pathLst>
                <a:path extrusionOk="0" h="5699" w="7969">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5" name="Google Shape;5015;p74"/>
          <p:cNvGrpSpPr/>
          <p:nvPr/>
        </p:nvGrpSpPr>
        <p:grpSpPr>
          <a:xfrm>
            <a:off x="7543659" y="3125979"/>
            <a:ext cx="336296" cy="339235"/>
            <a:chOff x="4464775" y="3806475"/>
            <a:chExt cx="477625" cy="481800"/>
          </a:xfrm>
        </p:grpSpPr>
        <p:sp>
          <p:nvSpPr>
            <p:cNvPr id="5016" name="Google Shape;5016;p74"/>
            <p:cNvSpPr/>
            <p:nvPr/>
          </p:nvSpPr>
          <p:spPr>
            <a:xfrm>
              <a:off x="4726375" y="3806475"/>
              <a:ext cx="56500" cy="141125"/>
            </a:xfrm>
            <a:custGeom>
              <a:rect b="b" l="l" r="r" t="t"/>
              <a:pathLst>
                <a:path extrusionOk="0" h="5645" w="226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7" name="Google Shape;5017;p74"/>
            <p:cNvSpPr/>
            <p:nvPr/>
          </p:nvSpPr>
          <p:spPr>
            <a:xfrm>
              <a:off x="4641700" y="3806475"/>
              <a:ext cx="56475" cy="141125"/>
            </a:xfrm>
            <a:custGeom>
              <a:rect b="b" l="l" r="r" t="t"/>
              <a:pathLst>
                <a:path extrusionOk="0" h="5645" w="2259">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8" name="Google Shape;5018;p74"/>
            <p:cNvSpPr/>
            <p:nvPr/>
          </p:nvSpPr>
          <p:spPr>
            <a:xfrm>
              <a:off x="4557000" y="3806475"/>
              <a:ext cx="56500" cy="141125"/>
            </a:xfrm>
            <a:custGeom>
              <a:rect b="b" l="l" r="r" t="t"/>
              <a:pathLst>
                <a:path extrusionOk="0" h="5645" w="226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9" name="Google Shape;5019;p74"/>
            <p:cNvSpPr/>
            <p:nvPr/>
          </p:nvSpPr>
          <p:spPr>
            <a:xfrm>
              <a:off x="4464775" y="4230875"/>
              <a:ext cx="395250" cy="57400"/>
            </a:xfrm>
            <a:custGeom>
              <a:rect b="b" l="l" r="r" t="t"/>
              <a:pathLst>
                <a:path extrusionOk="0" h="2296" w="1581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0" name="Google Shape;5020;p74"/>
            <p:cNvSpPr/>
            <p:nvPr/>
          </p:nvSpPr>
          <p:spPr>
            <a:xfrm>
              <a:off x="4840675" y="4007300"/>
              <a:ext cx="101725" cy="166025"/>
            </a:xfrm>
            <a:custGeom>
              <a:rect b="b" l="l" r="r" t="t"/>
              <a:pathLst>
                <a:path extrusionOk="0" h="6641" w="4069">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1" name="Google Shape;5021;p74"/>
            <p:cNvSpPr/>
            <p:nvPr/>
          </p:nvSpPr>
          <p:spPr>
            <a:xfrm>
              <a:off x="4464775" y="3976800"/>
              <a:ext cx="395250" cy="225875"/>
            </a:xfrm>
            <a:custGeom>
              <a:rect b="b" l="l" r="r" t="t"/>
              <a:pathLst>
                <a:path extrusionOk="0" h="9035" w="1581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22" name="Google Shape;5022;p74"/>
          <p:cNvGrpSpPr/>
          <p:nvPr/>
        </p:nvGrpSpPr>
        <p:grpSpPr>
          <a:xfrm>
            <a:off x="7967105" y="3125970"/>
            <a:ext cx="339253" cy="339253"/>
            <a:chOff x="5049725" y="3806450"/>
            <a:chExt cx="481825" cy="481825"/>
          </a:xfrm>
        </p:grpSpPr>
        <p:sp>
          <p:nvSpPr>
            <p:cNvPr id="5023" name="Google Shape;5023;p74"/>
            <p:cNvSpPr/>
            <p:nvPr/>
          </p:nvSpPr>
          <p:spPr>
            <a:xfrm>
              <a:off x="536115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4" name="Google Shape;5024;p74"/>
            <p:cNvSpPr/>
            <p:nvPr/>
          </p:nvSpPr>
          <p:spPr>
            <a:xfrm>
              <a:off x="519177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5" name="Google Shape;5025;p74"/>
            <p:cNvSpPr/>
            <p:nvPr/>
          </p:nvSpPr>
          <p:spPr>
            <a:xfrm>
              <a:off x="504972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26" name="Google Shape;5026;p74"/>
          <p:cNvGrpSpPr/>
          <p:nvPr/>
        </p:nvGrpSpPr>
        <p:grpSpPr>
          <a:xfrm>
            <a:off x="1276714" y="3951798"/>
            <a:ext cx="339253" cy="339253"/>
            <a:chOff x="5651375" y="3806450"/>
            <a:chExt cx="481825" cy="481825"/>
          </a:xfrm>
        </p:grpSpPr>
        <p:sp>
          <p:nvSpPr>
            <p:cNvPr id="5027" name="Google Shape;5027;p74"/>
            <p:cNvSpPr/>
            <p:nvPr/>
          </p:nvSpPr>
          <p:spPr>
            <a:xfrm>
              <a:off x="579342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8" name="Google Shape;5028;p74"/>
            <p:cNvSpPr/>
            <p:nvPr/>
          </p:nvSpPr>
          <p:spPr>
            <a:xfrm>
              <a:off x="5794475" y="4089725"/>
              <a:ext cx="195600" cy="84725"/>
            </a:xfrm>
            <a:custGeom>
              <a:rect b="b" l="l" r="r" t="t"/>
              <a:pathLst>
                <a:path extrusionOk="0" h="3389" w="7824">
                  <a:moveTo>
                    <a:pt x="1" y="1"/>
                  </a:moveTo>
                  <a:cubicBezTo>
                    <a:pt x="284" y="1943"/>
                    <a:pt x="1949" y="3385"/>
                    <a:pt x="3912" y="3388"/>
                  </a:cubicBezTo>
                  <a:cubicBezTo>
                    <a:pt x="5875" y="3385"/>
                    <a:pt x="7541" y="1943"/>
                    <a:pt x="78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9" name="Google Shape;5029;p74"/>
            <p:cNvSpPr/>
            <p:nvPr/>
          </p:nvSpPr>
          <p:spPr>
            <a:xfrm>
              <a:off x="565137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30" name="Google Shape;5030;p74"/>
            <p:cNvSpPr/>
            <p:nvPr/>
          </p:nvSpPr>
          <p:spPr>
            <a:xfrm>
              <a:off x="596280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31" name="Google Shape;5031;p74"/>
          <p:cNvGrpSpPr/>
          <p:nvPr/>
        </p:nvGrpSpPr>
        <p:grpSpPr>
          <a:xfrm>
            <a:off x="3153646" y="3953787"/>
            <a:ext cx="298503" cy="335275"/>
            <a:chOff x="6264300" y="3809300"/>
            <a:chExt cx="423950" cy="476175"/>
          </a:xfrm>
        </p:grpSpPr>
        <p:sp>
          <p:nvSpPr>
            <p:cNvPr id="5032" name="Google Shape;5032;p74"/>
            <p:cNvSpPr/>
            <p:nvPr/>
          </p:nvSpPr>
          <p:spPr>
            <a:xfrm>
              <a:off x="6346200" y="4002825"/>
              <a:ext cx="66950" cy="63225"/>
            </a:xfrm>
            <a:custGeom>
              <a:rect b="b" l="l" r="r" t="t"/>
              <a:pathLst>
                <a:path extrusionOk="0" h="2529" w="2678">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33" name="Google Shape;5033;p74"/>
            <p:cNvSpPr/>
            <p:nvPr/>
          </p:nvSpPr>
          <p:spPr>
            <a:xfrm>
              <a:off x="6539375" y="4002825"/>
              <a:ext cx="66950" cy="63200"/>
            </a:xfrm>
            <a:custGeom>
              <a:rect b="b" l="l" r="r" t="t"/>
              <a:pathLst>
                <a:path extrusionOk="0" h="2528" w="2678">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34" name="Google Shape;5034;p74"/>
            <p:cNvSpPr/>
            <p:nvPr/>
          </p:nvSpPr>
          <p:spPr>
            <a:xfrm>
              <a:off x="6264300" y="3809300"/>
              <a:ext cx="423950" cy="476175"/>
            </a:xfrm>
            <a:custGeom>
              <a:rect b="b" l="l" r="r" t="t"/>
              <a:pathLst>
                <a:path extrusionOk="0" h="19047" w="16958">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35" name="Google Shape;5035;p74"/>
          <p:cNvGrpSpPr/>
          <p:nvPr/>
        </p:nvGrpSpPr>
        <p:grpSpPr>
          <a:xfrm>
            <a:off x="5032267" y="3538881"/>
            <a:ext cx="340573" cy="339271"/>
            <a:chOff x="898875" y="4399275"/>
            <a:chExt cx="483700" cy="481850"/>
          </a:xfrm>
        </p:grpSpPr>
        <p:sp>
          <p:nvSpPr>
            <p:cNvPr id="5036" name="Google Shape;5036;p74"/>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37" name="Google Shape;5037;p74"/>
            <p:cNvSpPr/>
            <p:nvPr/>
          </p:nvSpPr>
          <p:spPr>
            <a:xfrm>
              <a:off x="1138025" y="4763350"/>
              <a:ext cx="25" cy="25"/>
            </a:xfrm>
            <a:custGeom>
              <a:rect b="b" l="l" r="r" t="t"/>
              <a:pathLst>
                <a:path extrusionOk="0" h="1" w="1">
                  <a:moveTo>
                    <a:pt x="1" y="0"/>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38" name="Google Shape;5038;p74"/>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39" name="Google Shape;5039;p74"/>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40" name="Google Shape;5040;p74"/>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41" name="Google Shape;5041;p74"/>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42" name="Google Shape;5042;p74"/>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43" name="Google Shape;5043;p74"/>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44" name="Google Shape;5044;p74"/>
          <p:cNvGrpSpPr/>
          <p:nvPr/>
        </p:nvGrpSpPr>
        <p:grpSpPr>
          <a:xfrm>
            <a:off x="5466000" y="3554133"/>
            <a:ext cx="339253" cy="308765"/>
            <a:chOff x="1492675" y="4420975"/>
            <a:chExt cx="481825" cy="438525"/>
          </a:xfrm>
        </p:grpSpPr>
        <p:sp>
          <p:nvSpPr>
            <p:cNvPr id="5045" name="Google Shape;5045;p74"/>
            <p:cNvSpPr/>
            <p:nvPr/>
          </p:nvSpPr>
          <p:spPr>
            <a:xfrm>
              <a:off x="1841375" y="4649825"/>
              <a:ext cx="43325" cy="43300"/>
            </a:xfrm>
            <a:custGeom>
              <a:rect b="b" l="l" r="r" t="t"/>
              <a:pathLst>
                <a:path extrusionOk="0" h="1732" w="1733">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46" name="Google Shape;5046;p74"/>
            <p:cNvSpPr/>
            <p:nvPr/>
          </p:nvSpPr>
          <p:spPr>
            <a:xfrm>
              <a:off x="1582425" y="4649825"/>
              <a:ext cx="43300" cy="43300"/>
            </a:xfrm>
            <a:custGeom>
              <a:rect b="b" l="l" r="r" t="t"/>
              <a:pathLst>
                <a:path extrusionOk="0" h="1732" w="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47" name="Google Shape;5047;p74"/>
            <p:cNvSpPr/>
            <p:nvPr/>
          </p:nvSpPr>
          <p:spPr>
            <a:xfrm>
              <a:off x="1492675" y="4420975"/>
              <a:ext cx="481825" cy="356475"/>
            </a:xfrm>
            <a:custGeom>
              <a:rect b="b" l="l" r="r" t="t"/>
              <a:pathLst>
                <a:path extrusionOk="0" h="14259" w="19273">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48" name="Google Shape;5048;p74"/>
            <p:cNvSpPr/>
            <p:nvPr/>
          </p:nvSpPr>
          <p:spPr>
            <a:xfrm>
              <a:off x="154687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49" name="Google Shape;5049;p74"/>
            <p:cNvSpPr/>
            <p:nvPr/>
          </p:nvSpPr>
          <p:spPr>
            <a:xfrm>
              <a:off x="180132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50" name="Google Shape;5050;p74"/>
          <p:cNvGrpSpPr/>
          <p:nvPr/>
        </p:nvGrpSpPr>
        <p:grpSpPr>
          <a:xfrm>
            <a:off x="5870982" y="3539558"/>
            <a:ext cx="342580" cy="337915"/>
            <a:chOff x="2084100" y="4400250"/>
            <a:chExt cx="486550" cy="479925"/>
          </a:xfrm>
        </p:grpSpPr>
        <p:sp>
          <p:nvSpPr>
            <p:cNvPr id="5051" name="Google Shape;5051;p74"/>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52" name="Google Shape;5052;p74"/>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53" name="Google Shape;5053;p74"/>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54" name="Google Shape;5054;p74"/>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55" name="Google Shape;5055;p74"/>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56" name="Google Shape;5056;p74"/>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57" name="Google Shape;5057;p74"/>
          <p:cNvGrpSpPr/>
          <p:nvPr/>
        </p:nvGrpSpPr>
        <p:grpSpPr>
          <a:xfrm>
            <a:off x="6307462" y="3538907"/>
            <a:ext cx="298169" cy="339218"/>
            <a:chOff x="2707950" y="4399325"/>
            <a:chExt cx="423475" cy="481775"/>
          </a:xfrm>
        </p:grpSpPr>
        <p:sp>
          <p:nvSpPr>
            <p:cNvPr id="5058" name="Google Shape;5058;p74"/>
            <p:cNvSpPr/>
            <p:nvPr/>
          </p:nvSpPr>
          <p:spPr>
            <a:xfrm>
              <a:off x="2905550" y="4515000"/>
              <a:ext cx="28275" cy="366100"/>
            </a:xfrm>
            <a:custGeom>
              <a:rect b="b" l="l" r="r" t="t"/>
              <a:pathLst>
                <a:path extrusionOk="0" h="14644" w="1131">
                  <a:moveTo>
                    <a:pt x="1" y="0"/>
                  </a:moveTo>
                  <a:lnTo>
                    <a:pt x="1" y="14644"/>
                  </a:lnTo>
                  <a:lnTo>
                    <a:pt x="1130" y="14644"/>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59" name="Google Shape;5059;p74"/>
            <p:cNvSpPr/>
            <p:nvPr/>
          </p:nvSpPr>
          <p:spPr>
            <a:xfrm>
              <a:off x="2962025" y="4710725"/>
              <a:ext cx="141175" cy="29225"/>
            </a:xfrm>
            <a:custGeom>
              <a:rect b="b" l="l" r="r" t="t"/>
              <a:pathLst>
                <a:path extrusionOk="0" h="1169" w="5647">
                  <a:moveTo>
                    <a:pt x="0" y="0"/>
                  </a:moveTo>
                  <a:lnTo>
                    <a:pt x="0" y="1169"/>
                  </a:lnTo>
                  <a:lnTo>
                    <a:pt x="5646" y="1169"/>
                  </a:ln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0" name="Google Shape;5060;p74"/>
            <p:cNvSpPr/>
            <p:nvPr/>
          </p:nvSpPr>
          <p:spPr>
            <a:xfrm>
              <a:off x="2962025" y="4768175"/>
              <a:ext cx="141175" cy="112925"/>
            </a:xfrm>
            <a:custGeom>
              <a:rect b="b" l="l" r="r" t="t"/>
              <a:pathLst>
                <a:path extrusionOk="0" h="4517" w="5647">
                  <a:moveTo>
                    <a:pt x="0" y="0"/>
                  </a:moveTo>
                  <a:lnTo>
                    <a:pt x="0" y="4517"/>
                  </a:lnTo>
                  <a:lnTo>
                    <a:pt x="3951" y="4517"/>
                  </a:lnTo>
                  <a:cubicBezTo>
                    <a:pt x="4888" y="4517"/>
                    <a:pt x="5646" y="3758"/>
                    <a:pt x="5646" y="2825"/>
                  </a:cubicBez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1" name="Google Shape;5061;p74"/>
            <p:cNvSpPr/>
            <p:nvPr/>
          </p:nvSpPr>
          <p:spPr>
            <a:xfrm>
              <a:off x="2736175" y="4710725"/>
              <a:ext cx="141175" cy="29225"/>
            </a:xfrm>
            <a:custGeom>
              <a:rect b="b" l="l" r="r" t="t"/>
              <a:pathLst>
                <a:path extrusionOk="0" h="1169" w="5647">
                  <a:moveTo>
                    <a:pt x="1" y="0"/>
                  </a:moveTo>
                  <a:lnTo>
                    <a:pt x="1" y="1169"/>
                  </a:lnTo>
                  <a:lnTo>
                    <a:pt x="5647" y="1169"/>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2" name="Google Shape;5062;p74"/>
            <p:cNvSpPr/>
            <p:nvPr/>
          </p:nvSpPr>
          <p:spPr>
            <a:xfrm>
              <a:off x="2736175" y="4768175"/>
              <a:ext cx="141175" cy="112925"/>
            </a:xfrm>
            <a:custGeom>
              <a:rect b="b" l="l" r="r" t="t"/>
              <a:pathLst>
                <a:path extrusionOk="0" h="4517" w="5647">
                  <a:moveTo>
                    <a:pt x="1" y="0"/>
                  </a:moveTo>
                  <a:lnTo>
                    <a:pt x="1" y="2825"/>
                  </a:lnTo>
                  <a:cubicBezTo>
                    <a:pt x="1" y="3758"/>
                    <a:pt x="759" y="4517"/>
                    <a:pt x="1693" y="4517"/>
                  </a:cubicBezTo>
                  <a:lnTo>
                    <a:pt x="5647" y="4517"/>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3" name="Google Shape;5063;p74"/>
            <p:cNvSpPr/>
            <p:nvPr/>
          </p:nvSpPr>
          <p:spPr>
            <a:xfrm>
              <a:off x="2707950" y="4515075"/>
              <a:ext cx="169400" cy="82825"/>
            </a:xfrm>
            <a:custGeom>
              <a:rect b="b" l="l" r="r" t="t"/>
              <a:pathLst>
                <a:path extrusionOk="0" h="3313" w="6776">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4" name="Google Shape;5064;p74"/>
            <p:cNvSpPr/>
            <p:nvPr/>
          </p:nvSpPr>
          <p:spPr>
            <a:xfrm>
              <a:off x="2736175" y="4626025"/>
              <a:ext cx="141175" cy="56500"/>
            </a:xfrm>
            <a:custGeom>
              <a:rect b="b" l="l" r="r" t="t"/>
              <a:pathLst>
                <a:path extrusionOk="0" h="2260" w="5647">
                  <a:moveTo>
                    <a:pt x="1" y="1"/>
                  </a:moveTo>
                  <a:lnTo>
                    <a:pt x="1" y="2259"/>
                  </a:lnTo>
                  <a:lnTo>
                    <a:pt x="5647" y="2259"/>
                  </a:lnTo>
                  <a:lnTo>
                    <a:pt x="5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5" name="Google Shape;5065;p74"/>
            <p:cNvSpPr/>
            <p:nvPr/>
          </p:nvSpPr>
          <p:spPr>
            <a:xfrm>
              <a:off x="2850525" y="4430375"/>
              <a:ext cx="138325" cy="56500"/>
            </a:xfrm>
            <a:custGeom>
              <a:rect b="b" l="l" r="r" t="t"/>
              <a:pathLst>
                <a:path extrusionOk="0" h="2260" w="5533">
                  <a:moveTo>
                    <a:pt x="2765" y="1"/>
                  </a:moveTo>
                  <a:cubicBezTo>
                    <a:pt x="1500" y="1"/>
                    <a:pt x="275" y="916"/>
                    <a:pt x="1" y="2259"/>
                  </a:cubicBezTo>
                  <a:lnTo>
                    <a:pt x="5532" y="2259"/>
                  </a:lnTo>
                  <a:cubicBezTo>
                    <a:pt x="5258" y="910"/>
                    <a:pt x="4030" y="1"/>
                    <a:pt x="2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6" name="Google Shape;5066;p74"/>
            <p:cNvSpPr/>
            <p:nvPr/>
          </p:nvSpPr>
          <p:spPr>
            <a:xfrm>
              <a:off x="2974300" y="4399350"/>
              <a:ext cx="129650" cy="87525"/>
            </a:xfrm>
            <a:custGeom>
              <a:rect b="b" l="l" r="r" t="t"/>
              <a:pathLst>
                <a:path extrusionOk="0" h="3501" w="5186">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7" name="Google Shape;5067;p74"/>
            <p:cNvSpPr/>
            <p:nvPr/>
          </p:nvSpPr>
          <p:spPr>
            <a:xfrm>
              <a:off x="2735425" y="4399325"/>
              <a:ext cx="129650" cy="87475"/>
            </a:xfrm>
            <a:custGeom>
              <a:rect b="b" l="l" r="r" t="t"/>
              <a:pathLst>
                <a:path extrusionOk="0" h="3499" w="5186">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8" name="Google Shape;5068;p74"/>
            <p:cNvSpPr/>
            <p:nvPr/>
          </p:nvSpPr>
          <p:spPr>
            <a:xfrm>
              <a:off x="2962025" y="4515075"/>
              <a:ext cx="169400" cy="82825"/>
            </a:xfrm>
            <a:custGeom>
              <a:rect b="b" l="l" r="r" t="t"/>
              <a:pathLst>
                <a:path extrusionOk="0" h="3313" w="6776">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69" name="Google Shape;5069;p74"/>
            <p:cNvSpPr/>
            <p:nvPr/>
          </p:nvSpPr>
          <p:spPr>
            <a:xfrm>
              <a:off x="2962025" y="4626025"/>
              <a:ext cx="141175" cy="56500"/>
            </a:xfrm>
            <a:custGeom>
              <a:rect b="b" l="l" r="r" t="t"/>
              <a:pathLst>
                <a:path extrusionOk="0" h="2260" w="5647">
                  <a:moveTo>
                    <a:pt x="0" y="1"/>
                  </a:moveTo>
                  <a:lnTo>
                    <a:pt x="0" y="2259"/>
                  </a:lnTo>
                  <a:lnTo>
                    <a:pt x="5646" y="2259"/>
                  </a:lnTo>
                  <a:lnTo>
                    <a:pt x="5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70" name="Google Shape;5070;p74"/>
          <p:cNvGrpSpPr/>
          <p:nvPr/>
        </p:nvGrpSpPr>
        <p:grpSpPr>
          <a:xfrm>
            <a:off x="6736981" y="3538881"/>
            <a:ext cx="275057" cy="339271"/>
            <a:chOff x="3330525" y="4399275"/>
            <a:chExt cx="390650" cy="481850"/>
          </a:xfrm>
        </p:grpSpPr>
        <p:sp>
          <p:nvSpPr>
            <p:cNvPr id="5071" name="Google Shape;5071;p74"/>
            <p:cNvSpPr/>
            <p:nvPr/>
          </p:nvSpPr>
          <p:spPr>
            <a:xfrm>
              <a:off x="3543950" y="4648550"/>
              <a:ext cx="78450" cy="95775"/>
            </a:xfrm>
            <a:custGeom>
              <a:rect b="b" l="l" r="r" t="t"/>
              <a:pathLst>
                <a:path extrusionOk="0" h="3831" w="3138">
                  <a:moveTo>
                    <a:pt x="2677" y="0"/>
                  </a:moveTo>
                  <a:cubicBezTo>
                    <a:pt x="2298" y="356"/>
                    <a:pt x="1861" y="648"/>
                    <a:pt x="1388" y="858"/>
                  </a:cubicBezTo>
                  <a:lnTo>
                    <a:pt x="0" y="2948"/>
                  </a:lnTo>
                  <a:lnTo>
                    <a:pt x="880" y="3831"/>
                  </a:lnTo>
                  <a:lnTo>
                    <a:pt x="3138" y="443"/>
                  </a:lnTo>
                  <a:lnTo>
                    <a:pt x="2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72" name="Google Shape;5072;p74"/>
            <p:cNvSpPr/>
            <p:nvPr/>
          </p:nvSpPr>
          <p:spPr>
            <a:xfrm>
              <a:off x="3427250" y="4456050"/>
              <a:ext cx="197650" cy="197175"/>
            </a:xfrm>
            <a:custGeom>
              <a:rect b="b" l="l" r="r" t="t"/>
              <a:pathLst>
                <a:path extrusionOk="0" h="7887" w="7906">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73" name="Google Shape;5073;p74"/>
            <p:cNvSpPr/>
            <p:nvPr/>
          </p:nvSpPr>
          <p:spPr>
            <a:xfrm>
              <a:off x="3428150" y="4399275"/>
              <a:ext cx="166925" cy="84725"/>
            </a:xfrm>
            <a:custGeom>
              <a:rect b="b" l="l" r="r" t="t"/>
              <a:pathLst>
                <a:path extrusionOk="0" h="3389" w="6677">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74" name="Google Shape;5074;p74"/>
            <p:cNvSpPr/>
            <p:nvPr/>
          </p:nvSpPr>
          <p:spPr>
            <a:xfrm>
              <a:off x="3330525" y="4674000"/>
              <a:ext cx="181225" cy="207125"/>
            </a:xfrm>
            <a:custGeom>
              <a:rect b="b" l="l" r="r" t="t"/>
              <a:pathLst>
                <a:path extrusionOk="0" h="8285" w="7249">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75" name="Google Shape;5075;p74"/>
            <p:cNvSpPr/>
            <p:nvPr/>
          </p:nvSpPr>
          <p:spPr>
            <a:xfrm>
              <a:off x="3540175" y="4674000"/>
              <a:ext cx="181000" cy="207100"/>
            </a:xfrm>
            <a:custGeom>
              <a:rect b="b" l="l" r="r" t="t"/>
              <a:pathLst>
                <a:path extrusionOk="0" h="8284" w="724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76" name="Google Shape;5076;p74"/>
            <p:cNvSpPr/>
            <p:nvPr/>
          </p:nvSpPr>
          <p:spPr>
            <a:xfrm>
              <a:off x="3429975" y="4648850"/>
              <a:ext cx="78225" cy="95400"/>
            </a:xfrm>
            <a:custGeom>
              <a:rect b="b" l="l" r="r" t="t"/>
              <a:pathLst>
                <a:path extrusionOk="0" h="3816" w="3129">
                  <a:moveTo>
                    <a:pt x="452" y="0"/>
                  </a:moveTo>
                  <a:lnTo>
                    <a:pt x="0" y="440"/>
                  </a:lnTo>
                  <a:lnTo>
                    <a:pt x="2247" y="3816"/>
                  </a:lnTo>
                  <a:lnTo>
                    <a:pt x="3129" y="2936"/>
                  </a:lnTo>
                  <a:lnTo>
                    <a:pt x="1741" y="846"/>
                  </a:lnTo>
                  <a:cubicBezTo>
                    <a:pt x="1268" y="636"/>
                    <a:pt x="834" y="350"/>
                    <a:pt x="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77" name="Google Shape;5077;p74"/>
            <p:cNvSpPr/>
            <p:nvPr/>
          </p:nvSpPr>
          <p:spPr>
            <a:xfrm>
              <a:off x="3514200" y="4681000"/>
              <a:ext cx="23150" cy="17550"/>
            </a:xfrm>
            <a:custGeom>
              <a:rect b="b" l="l" r="r" t="t"/>
              <a:pathLst>
                <a:path extrusionOk="0" h="702" w="926">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78" name="Google Shape;5078;p74"/>
          <p:cNvGrpSpPr/>
          <p:nvPr/>
        </p:nvGrpSpPr>
        <p:grpSpPr>
          <a:xfrm>
            <a:off x="7161510" y="3538890"/>
            <a:ext cx="253265" cy="339253"/>
            <a:chOff x="3938800" y="4399275"/>
            <a:chExt cx="359700" cy="481825"/>
          </a:xfrm>
        </p:grpSpPr>
        <p:sp>
          <p:nvSpPr>
            <p:cNvPr id="5079" name="Google Shape;5079;p74"/>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80" name="Google Shape;5080;p74"/>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81" name="Google Shape;5081;p74"/>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82" name="Google Shape;5082;p74"/>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83" name="Google Shape;5083;p74"/>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84" name="Google Shape;5084;p74"/>
          <p:cNvGrpSpPr/>
          <p:nvPr/>
        </p:nvGrpSpPr>
        <p:grpSpPr>
          <a:xfrm>
            <a:off x="7632288" y="3538890"/>
            <a:ext cx="159039" cy="339253"/>
            <a:chOff x="4584850" y="4399275"/>
            <a:chExt cx="225875" cy="481825"/>
          </a:xfrm>
        </p:grpSpPr>
        <p:sp>
          <p:nvSpPr>
            <p:cNvPr id="5085" name="Google Shape;5085;p74"/>
            <p:cNvSpPr/>
            <p:nvPr/>
          </p:nvSpPr>
          <p:spPr>
            <a:xfrm>
              <a:off x="4655400" y="4399275"/>
              <a:ext cx="84700" cy="84725"/>
            </a:xfrm>
            <a:custGeom>
              <a:rect b="b" l="l" r="r" t="t"/>
              <a:pathLst>
                <a:path extrusionOk="0" h="3389" w="3388">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86" name="Google Shape;5086;p74"/>
            <p:cNvSpPr/>
            <p:nvPr/>
          </p:nvSpPr>
          <p:spPr>
            <a:xfrm>
              <a:off x="4584850" y="4512200"/>
              <a:ext cx="225875" cy="368900"/>
            </a:xfrm>
            <a:custGeom>
              <a:rect b="b" l="l" r="r" t="t"/>
              <a:pathLst>
                <a:path extrusionOk="0" h="14756" w="9035">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087" name="Google Shape;5087;p74"/>
          <p:cNvSpPr/>
          <p:nvPr/>
        </p:nvSpPr>
        <p:spPr>
          <a:xfrm>
            <a:off x="7950424" y="3538820"/>
            <a:ext cx="372275" cy="339112"/>
          </a:xfrm>
          <a:custGeom>
            <a:rect b="b" l="l" r="r" t="t"/>
            <a:pathLst>
              <a:path extrusionOk="0" h="19265" w="21149">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088" name="Google Shape;5088;p74"/>
          <p:cNvGrpSpPr/>
          <p:nvPr/>
        </p:nvGrpSpPr>
        <p:grpSpPr>
          <a:xfrm>
            <a:off x="817316" y="3951795"/>
            <a:ext cx="339253" cy="339253"/>
            <a:chOff x="5642550" y="4399275"/>
            <a:chExt cx="481825" cy="481825"/>
          </a:xfrm>
        </p:grpSpPr>
        <p:sp>
          <p:nvSpPr>
            <p:cNvPr id="5089" name="Google Shape;5089;p74"/>
            <p:cNvSpPr/>
            <p:nvPr/>
          </p:nvSpPr>
          <p:spPr>
            <a:xfrm>
              <a:off x="5642550" y="4399275"/>
              <a:ext cx="481825" cy="481825"/>
            </a:xfrm>
            <a:custGeom>
              <a:rect b="b" l="l" r="r" t="t"/>
              <a:pathLst>
                <a:path extrusionOk="0" h="19273" w="19273">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90" name="Google Shape;5090;p74"/>
            <p:cNvSpPr/>
            <p:nvPr/>
          </p:nvSpPr>
          <p:spPr>
            <a:xfrm>
              <a:off x="5756375" y="4626100"/>
              <a:ext cx="254100" cy="28275"/>
            </a:xfrm>
            <a:custGeom>
              <a:rect b="b" l="l" r="r" t="t"/>
              <a:pathLst>
                <a:path extrusionOk="0" h="1131" w="10164">
                  <a:moveTo>
                    <a:pt x="1" y="1"/>
                  </a:moveTo>
                  <a:lnTo>
                    <a:pt x="1" y="1130"/>
                  </a:lnTo>
                  <a:lnTo>
                    <a:pt x="10164" y="1130"/>
                  </a:lnTo>
                  <a:lnTo>
                    <a:pt x="101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91" name="Google Shape;5091;p74"/>
          <p:cNvGrpSpPr/>
          <p:nvPr/>
        </p:nvGrpSpPr>
        <p:grpSpPr>
          <a:xfrm>
            <a:off x="2670186" y="3963703"/>
            <a:ext cx="363316" cy="315437"/>
            <a:chOff x="6218300" y="4416175"/>
            <a:chExt cx="516000" cy="448000"/>
          </a:xfrm>
        </p:grpSpPr>
        <p:sp>
          <p:nvSpPr>
            <p:cNvPr id="5092" name="Google Shape;5092;p74"/>
            <p:cNvSpPr/>
            <p:nvPr/>
          </p:nvSpPr>
          <p:spPr>
            <a:xfrm>
              <a:off x="6462150" y="4525375"/>
              <a:ext cx="28250" cy="141250"/>
            </a:xfrm>
            <a:custGeom>
              <a:rect b="b" l="l" r="r" t="t"/>
              <a:pathLst>
                <a:path extrusionOk="0" h="5650" w="113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93" name="Google Shape;5093;p74"/>
            <p:cNvSpPr/>
            <p:nvPr/>
          </p:nvSpPr>
          <p:spPr>
            <a:xfrm>
              <a:off x="6218300" y="4416175"/>
              <a:ext cx="516000" cy="448000"/>
            </a:xfrm>
            <a:custGeom>
              <a:rect b="b" l="l" r="r" t="t"/>
              <a:pathLst>
                <a:path extrusionOk="0" h="17920" w="2064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94" name="Google Shape;5094;p74"/>
            <p:cNvSpPr/>
            <p:nvPr/>
          </p:nvSpPr>
          <p:spPr>
            <a:xfrm>
              <a:off x="6462150" y="4751225"/>
              <a:ext cx="28250" cy="28250"/>
            </a:xfrm>
            <a:custGeom>
              <a:rect b="b" l="l" r="r" t="t"/>
              <a:pathLst>
                <a:path extrusionOk="0" h="1130" w="113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95" name="Google Shape;5095;p74"/>
          <p:cNvGrpSpPr/>
          <p:nvPr/>
        </p:nvGrpSpPr>
        <p:grpSpPr>
          <a:xfrm>
            <a:off x="5870391" y="3951792"/>
            <a:ext cx="339253" cy="339253"/>
            <a:chOff x="899850" y="4992125"/>
            <a:chExt cx="481825" cy="481825"/>
          </a:xfrm>
        </p:grpSpPr>
        <p:sp>
          <p:nvSpPr>
            <p:cNvPr id="5096" name="Google Shape;5096;p74"/>
            <p:cNvSpPr/>
            <p:nvPr/>
          </p:nvSpPr>
          <p:spPr>
            <a:xfrm>
              <a:off x="1126600" y="5360100"/>
              <a:ext cx="28250" cy="28250"/>
            </a:xfrm>
            <a:custGeom>
              <a:rect b="b" l="l" r="r" t="t"/>
              <a:pathLst>
                <a:path extrusionOk="0" h="1130" w="113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97" name="Google Shape;5097;p74"/>
            <p:cNvSpPr/>
            <p:nvPr/>
          </p:nvSpPr>
          <p:spPr>
            <a:xfrm>
              <a:off x="1056050" y="5079900"/>
              <a:ext cx="169400" cy="194950"/>
            </a:xfrm>
            <a:custGeom>
              <a:rect b="b" l="l" r="r" t="t"/>
              <a:pathLst>
                <a:path extrusionOk="0" h="7798" w="6776">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98" name="Google Shape;5098;p74"/>
            <p:cNvSpPr/>
            <p:nvPr/>
          </p:nvSpPr>
          <p:spPr>
            <a:xfrm>
              <a:off x="899850" y="4992125"/>
              <a:ext cx="481825" cy="481825"/>
            </a:xfrm>
            <a:custGeom>
              <a:rect b="b" l="l" r="r" t="t"/>
              <a:pathLst>
                <a:path extrusionOk="0" h="19273" w="19273">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99" name="Google Shape;5099;p74"/>
          <p:cNvGrpSpPr/>
          <p:nvPr/>
        </p:nvGrpSpPr>
        <p:grpSpPr>
          <a:xfrm>
            <a:off x="5410993" y="3951792"/>
            <a:ext cx="339253" cy="339253"/>
            <a:chOff x="1492675" y="4992125"/>
            <a:chExt cx="481825" cy="481825"/>
          </a:xfrm>
        </p:grpSpPr>
        <p:sp>
          <p:nvSpPr>
            <p:cNvPr id="5100" name="Google Shape;5100;p74"/>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01" name="Google Shape;5101;p74"/>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102" name="Google Shape;5102;p74"/>
          <p:cNvGrpSpPr/>
          <p:nvPr/>
        </p:nvGrpSpPr>
        <p:grpSpPr>
          <a:xfrm>
            <a:off x="4951595" y="3951792"/>
            <a:ext cx="339253" cy="339253"/>
            <a:chOff x="2085525" y="4992125"/>
            <a:chExt cx="481825" cy="481825"/>
          </a:xfrm>
        </p:grpSpPr>
        <p:sp>
          <p:nvSpPr>
            <p:cNvPr id="5103" name="Google Shape;5103;p74"/>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04" name="Google Shape;5104;p74"/>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105" name="Google Shape;5105;p74"/>
          <p:cNvGrpSpPr/>
          <p:nvPr/>
        </p:nvGrpSpPr>
        <p:grpSpPr>
          <a:xfrm>
            <a:off x="6789344" y="3951792"/>
            <a:ext cx="339253" cy="339253"/>
            <a:chOff x="2678350" y="4992125"/>
            <a:chExt cx="481825" cy="481825"/>
          </a:xfrm>
        </p:grpSpPr>
        <p:sp>
          <p:nvSpPr>
            <p:cNvPr id="5106" name="Google Shape;5106;p74"/>
            <p:cNvSpPr/>
            <p:nvPr/>
          </p:nvSpPr>
          <p:spPr>
            <a:xfrm>
              <a:off x="2975725" y="5079150"/>
              <a:ext cx="56475" cy="309125"/>
            </a:xfrm>
            <a:custGeom>
              <a:rect b="b" l="l" r="r" t="t"/>
              <a:pathLst>
                <a:path extrusionOk="0" h="12365" w="2259">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07" name="Google Shape;5107;p74"/>
            <p:cNvSpPr/>
            <p:nvPr/>
          </p:nvSpPr>
          <p:spPr>
            <a:xfrm>
              <a:off x="2806350" y="5162500"/>
              <a:ext cx="84700" cy="225775"/>
            </a:xfrm>
            <a:custGeom>
              <a:rect b="b" l="l" r="r" t="t"/>
              <a:pathLst>
                <a:path extrusionOk="0" h="9031" w="3388">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08" name="Google Shape;5108;p74"/>
            <p:cNvSpPr/>
            <p:nvPr/>
          </p:nvSpPr>
          <p:spPr>
            <a:xfrm>
              <a:off x="2678350" y="4992125"/>
              <a:ext cx="481825" cy="481825"/>
            </a:xfrm>
            <a:custGeom>
              <a:rect b="b" l="l" r="r" t="t"/>
              <a:pathLst>
                <a:path extrusionOk="0" h="19273" w="19273">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109" name="Google Shape;5109;p74"/>
          <p:cNvGrpSpPr/>
          <p:nvPr/>
        </p:nvGrpSpPr>
        <p:grpSpPr>
          <a:xfrm>
            <a:off x="4492198" y="3951792"/>
            <a:ext cx="339253" cy="339253"/>
            <a:chOff x="3271200" y="4992125"/>
            <a:chExt cx="481825" cy="481825"/>
          </a:xfrm>
        </p:grpSpPr>
        <p:sp>
          <p:nvSpPr>
            <p:cNvPr id="5110" name="Google Shape;5110;p74"/>
            <p:cNvSpPr/>
            <p:nvPr/>
          </p:nvSpPr>
          <p:spPr>
            <a:xfrm>
              <a:off x="3497950" y="5106025"/>
              <a:ext cx="28250" cy="28250"/>
            </a:xfrm>
            <a:custGeom>
              <a:rect b="b" l="l" r="r" t="t"/>
              <a:pathLst>
                <a:path extrusionOk="0" h="1130" w="113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11" name="Google Shape;5111;p74"/>
            <p:cNvSpPr/>
            <p:nvPr/>
          </p:nvSpPr>
          <p:spPr>
            <a:xfrm>
              <a:off x="3497950" y="5218950"/>
              <a:ext cx="28250" cy="141175"/>
            </a:xfrm>
            <a:custGeom>
              <a:rect b="b" l="l" r="r" t="t"/>
              <a:pathLst>
                <a:path extrusionOk="0" h="5647" w="1130">
                  <a:moveTo>
                    <a:pt x="0" y="0"/>
                  </a:moveTo>
                  <a:lnTo>
                    <a:pt x="0" y="5647"/>
                  </a:lnTo>
                  <a:lnTo>
                    <a:pt x="1130" y="5647"/>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12" name="Google Shape;5112;p74"/>
            <p:cNvSpPr/>
            <p:nvPr/>
          </p:nvSpPr>
          <p:spPr>
            <a:xfrm>
              <a:off x="3271200" y="4992125"/>
              <a:ext cx="481825" cy="481825"/>
            </a:xfrm>
            <a:custGeom>
              <a:rect b="b" l="l" r="r" t="t"/>
              <a:pathLst>
                <a:path extrusionOk="0" h="19273" w="19273">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113" name="Google Shape;5113;p74"/>
          <p:cNvGrpSpPr/>
          <p:nvPr/>
        </p:nvGrpSpPr>
        <p:grpSpPr>
          <a:xfrm>
            <a:off x="6329788" y="3952813"/>
            <a:ext cx="339411" cy="337211"/>
            <a:chOff x="5049575" y="4993600"/>
            <a:chExt cx="482050" cy="478925"/>
          </a:xfrm>
        </p:grpSpPr>
        <p:sp>
          <p:nvSpPr>
            <p:cNvPr id="5114" name="Google Shape;5114;p74"/>
            <p:cNvSpPr/>
            <p:nvPr/>
          </p:nvSpPr>
          <p:spPr>
            <a:xfrm>
              <a:off x="5063200"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15" name="Google Shape;5115;p74"/>
            <p:cNvSpPr/>
            <p:nvPr/>
          </p:nvSpPr>
          <p:spPr>
            <a:xfrm>
              <a:off x="5299425" y="5133350"/>
              <a:ext cx="232200" cy="339175"/>
            </a:xfrm>
            <a:custGeom>
              <a:rect b="b" l="l" r="r" t="t"/>
              <a:pathLst>
                <a:path extrusionOk="0" h="13567" w="9288">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16" name="Google Shape;5116;p74"/>
            <p:cNvSpPr/>
            <p:nvPr/>
          </p:nvSpPr>
          <p:spPr>
            <a:xfrm>
              <a:off x="5184475" y="4993600"/>
              <a:ext cx="334125" cy="168525"/>
            </a:xfrm>
            <a:custGeom>
              <a:rect b="b" l="l" r="r" t="t"/>
              <a:pathLst>
                <a:path extrusionOk="0" h="6741" w="13365">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17" name="Google Shape;5117;p74"/>
            <p:cNvSpPr/>
            <p:nvPr/>
          </p:nvSpPr>
          <p:spPr>
            <a:xfrm>
              <a:off x="5049575" y="5132450"/>
              <a:ext cx="221650" cy="339925"/>
            </a:xfrm>
            <a:custGeom>
              <a:rect b="b" l="l" r="r" t="t"/>
              <a:pathLst>
                <a:path extrusionOk="0" h="13597" w="8866">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118" name="Google Shape;5118;p74"/>
          <p:cNvSpPr txBox="1"/>
          <p:nvPr/>
        </p:nvSpPr>
        <p:spPr>
          <a:xfrm>
            <a:off x="723400" y="1187975"/>
            <a:ext cx="7697100" cy="76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resize </a:t>
            </a:r>
            <a:r>
              <a:rPr lang="en" sz="1100">
                <a:solidFill>
                  <a:schemeClr val="lt1"/>
                </a:solidFill>
              </a:rPr>
              <a:t>these icons without losing quality.</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change the stroke and fill color</a:t>
            </a:r>
            <a:r>
              <a:rPr lang="en" sz="1100">
                <a:solidFill>
                  <a:schemeClr val="lt1"/>
                </a:solidFill>
              </a:rPr>
              <a:t>; just select the icon and click on the </a:t>
            </a:r>
            <a:r>
              <a:rPr b="1" lang="en" sz="1100">
                <a:solidFill>
                  <a:schemeClr val="dk2"/>
                </a:solidFill>
              </a:rPr>
              <a:t>paint bucket/pen</a:t>
            </a:r>
            <a:r>
              <a:rPr lang="en" sz="1100">
                <a:solidFill>
                  <a:schemeClr val="lt1"/>
                </a:solidFill>
              </a:rPr>
              <a:t>.</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In Google Slides, you can also use </a:t>
            </a:r>
            <a:r>
              <a:rPr b="1" lang="en" sz="1100">
                <a:solidFill>
                  <a:schemeClr val="dk2"/>
                </a:solidFill>
                <a:uFill>
                  <a:noFill/>
                </a:uFill>
                <a:hlinkClick r:id="rId3">
                  <a:extLst>
                    <a:ext uri="{A12FA001-AC4F-418D-AE19-62706E023703}">
                      <ahyp:hlinkClr val="tx"/>
                    </a:ext>
                  </a:extLst>
                </a:hlinkClick>
              </a:rPr>
              <a:t>Flaticon’s extension</a:t>
            </a:r>
            <a:r>
              <a:rPr lang="en" sz="1100">
                <a:solidFill>
                  <a:schemeClr val="lt1"/>
                </a:solidFill>
              </a:rPr>
              <a:t>, allowing you to customize and add even more icons.</a:t>
            </a:r>
            <a:endParaRPr sz="1100">
              <a:solidFill>
                <a:schemeClr val="lt1"/>
              </a:solidFill>
            </a:endParaRPr>
          </a:p>
        </p:txBody>
      </p:sp>
      <p:sp>
        <p:nvSpPr>
          <p:cNvPr id="5119" name="Google Shape;5119;p74"/>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 our sets of editable icons</a:t>
            </a:r>
            <a:endParaRPr/>
          </a:p>
        </p:txBody>
      </p:sp>
      <p:grpSp>
        <p:nvGrpSpPr>
          <p:cNvPr id="5120" name="Google Shape;5120;p74"/>
          <p:cNvGrpSpPr/>
          <p:nvPr/>
        </p:nvGrpSpPr>
        <p:grpSpPr>
          <a:xfrm>
            <a:off x="7248742" y="3975375"/>
            <a:ext cx="195300" cy="343772"/>
            <a:chOff x="3999225" y="4364775"/>
            <a:chExt cx="195300" cy="343772"/>
          </a:xfrm>
        </p:grpSpPr>
        <p:grpSp>
          <p:nvGrpSpPr>
            <p:cNvPr id="5121" name="Google Shape;5121;p74"/>
            <p:cNvGrpSpPr/>
            <p:nvPr/>
          </p:nvGrpSpPr>
          <p:grpSpPr>
            <a:xfrm>
              <a:off x="4048568" y="4562577"/>
              <a:ext cx="97317" cy="145970"/>
              <a:chOff x="1529575" y="2222650"/>
              <a:chExt cx="203125" cy="304675"/>
            </a:xfrm>
          </p:grpSpPr>
          <p:sp>
            <p:nvSpPr>
              <p:cNvPr id="5122" name="Google Shape;5122;p74"/>
              <p:cNvSpPr/>
              <p:nvPr/>
            </p:nvSpPr>
            <p:spPr>
              <a:xfrm>
                <a:off x="1631125" y="2222650"/>
                <a:ext cx="25" cy="304675"/>
              </a:xfrm>
              <a:custGeom>
                <a:rect b="b" l="l" r="r" t="t"/>
                <a:pathLst>
                  <a:path extrusionOk="0" fill="none" h="12187" w="1">
                    <a:moveTo>
                      <a:pt x="1" y="1"/>
                    </a:moveTo>
                    <a:lnTo>
                      <a:pt x="1" y="12187"/>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74"/>
              <p:cNvSpPr/>
              <p:nvPr/>
            </p:nvSpPr>
            <p:spPr>
              <a:xfrm>
                <a:off x="1529575" y="2425750"/>
                <a:ext cx="203125" cy="25"/>
              </a:xfrm>
              <a:custGeom>
                <a:rect b="b" l="l" r="r" t="t"/>
                <a:pathLst>
                  <a:path extrusionOk="0" fill="none" h="1" w="8125">
                    <a:moveTo>
                      <a:pt x="1" y="1"/>
                    </a:moveTo>
                    <a:lnTo>
                      <a:pt x="8125"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4" name="Google Shape;5124;p74"/>
            <p:cNvGrpSpPr/>
            <p:nvPr/>
          </p:nvGrpSpPr>
          <p:grpSpPr>
            <a:xfrm>
              <a:off x="3999225" y="4364775"/>
              <a:ext cx="195300" cy="195300"/>
              <a:chOff x="3999225" y="4364775"/>
              <a:chExt cx="195300" cy="195300"/>
            </a:xfrm>
          </p:grpSpPr>
          <p:sp>
            <p:nvSpPr>
              <p:cNvPr id="5125" name="Google Shape;5125;p74"/>
              <p:cNvSpPr/>
              <p:nvPr/>
            </p:nvSpPr>
            <p:spPr>
              <a:xfrm>
                <a:off x="3999225" y="436477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74"/>
              <p:cNvSpPr/>
              <p:nvPr/>
            </p:nvSpPr>
            <p:spPr>
              <a:xfrm>
                <a:off x="4029725" y="439525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27" name="Google Shape;5127;p74"/>
          <p:cNvGrpSpPr/>
          <p:nvPr/>
        </p:nvGrpSpPr>
        <p:grpSpPr>
          <a:xfrm>
            <a:off x="7564186" y="3991627"/>
            <a:ext cx="277088" cy="259611"/>
            <a:chOff x="4335888" y="4398114"/>
            <a:chExt cx="277088" cy="259611"/>
          </a:xfrm>
        </p:grpSpPr>
        <p:grpSp>
          <p:nvGrpSpPr>
            <p:cNvPr id="5128" name="Google Shape;5128;p74"/>
            <p:cNvGrpSpPr/>
            <p:nvPr/>
          </p:nvGrpSpPr>
          <p:grpSpPr>
            <a:xfrm>
              <a:off x="4335888" y="4462425"/>
              <a:ext cx="195300" cy="195300"/>
              <a:chOff x="4335888" y="4462425"/>
              <a:chExt cx="195300" cy="195300"/>
            </a:xfrm>
          </p:grpSpPr>
          <p:sp>
            <p:nvSpPr>
              <p:cNvPr id="5129" name="Google Shape;5129;p74"/>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74"/>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1" name="Google Shape;5131;p74"/>
            <p:cNvGrpSpPr/>
            <p:nvPr/>
          </p:nvGrpSpPr>
          <p:grpSpPr>
            <a:xfrm>
              <a:off x="4509813" y="4398114"/>
              <a:ext cx="103162" cy="103198"/>
              <a:chOff x="2277975" y="2021700"/>
              <a:chExt cx="215325" cy="215400"/>
            </a:xfrm>
          </p:grpSpPr>
          <p:sp>
            <p:nvSpPr>
              <p:cNvPr id="5132" name="Google Shape;5132;p74"/>
              <p:cNvSpPr/>
              <p:nvPr/>
            </p:nvSpPr>
            <p:spPr>
              <a:xfrm>
                <a:off x="2277975" y="2026475"/>
                <a:ext cx="210650" cy="210625"/>
              </a:xfrm>
              <a:custGeom>
                <a:rect b="b" l="l" r="r" t="t"/>
                <a:pathLst>
                  <a:path extrusionOk="0" fill="none" h="8425" w="8426">
                    <a:moveTo>
                      <a:pt x="8425" y="0"/>
                    </a:moveTo>
                    <a:lnTo>
                      <a:pt x="1" y="8425"/>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74"/>
              <p:cNvSpPr/>
              <p:nvPr/>
            </p:nvSpPr>
            <p:spPr>
              <a:xfrm>
                <a:off x="2349675" y="2021700"/>
                <a:ext cx="143625" cy="143500"/>
              </a:xfrm>
              <a:custGeom>
                <a:rect b="b" l="l" r="r" t="t"/>
                <a:pathLst>
                  <a:path extrusionOk="0" fill="none" h="5740" w="5745">
                    <a:moveTo>
                      <a:pt x="1" y="0"/>
                    </a:moveTo>
                    <a:lnTo>
                      <a:pt x="5744" y="0"/>
                    </a:lnTo>
                    <a:lnTo>
                      <a:pt x="5744" y="5740"/>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34" name="Google Shape;5134;p74"/>
          <p:cNvGrpSpPr/>
          <p:nvPr/>
        </p:nvGrpSpPr>
        <p:grpSpPr>
          <a:xfrm>
            <a:off x="7961419" y="4049613"/>
            <a:ext cx="392275" cy="195300"/>
            <a:chOff x="4752588" y="4440200"/>
            <a:chExt cx="392275" cy="195300"/>
          </a:xfrm>
        </p:grpSpPr>
        <p:grpSp>
          <p:nvGrpSpPr>
            <p:cNvPr id="5135" name="Google Shape;5135;p74"/>
            <p:cNvGrpSpPr/>
            <p:nvPr/>
          </p:nvGrpSpPr>
          <p:grpSpPr>
            <a:xfrm>
              <a:off x="4950384" y="4469728"/>
              <a:ext cx="194479" cy="136244"/>
              <a:chOff x="3163375" y="2175125"/>
              <a:chExt cx="405925" cy="284375"/>
            </a:xfrm>
          </p:grpSpPr>
          <p:sp>
            <p:nvSpPr>
              <p:cNvPr id="5136" name="Google Shape;5136;p74"/>
              <p:cNvSpPr/>
              <p:nvPr/>
            </p:nvSpPr>
            <p:spPr>
              <a:xfrm>
                <a:off x="3163375" y="2317300"/>
                <a:ext cx="389050" cy="25"/>
              </a:xfrm>
              <a:custGeom>
                <a:rect b="b" l="l" r="r" t="t"/>
                <a:pathLst>
                  <a:path extrusionOk="0" fill="none" h="1" w="15562">
                    <a:moveTo>
                      <a:pt x="15562" y="1"/>
                    </a:moveTo>
                    <a:lnTo>
                      <a:pt x="1" y="1"/>
                    </a:lnTo>
                  </a:path>
                </a:pathLst>
              </a:custGeom>
              <a:solidFill>
                <a:srgbClr val="869FB2"/>
              </a:solidFill>
              <a:ln cap="sq"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74"/>
              <p:cNvSpPr/>
              <p:nvPr/>
            </p:nvSpPr>
            <p:spPr>
              <a:xfrm>
                <a:off x="3299975" y="2175125"/>
                <a:ext cx="25" cy="284375"/>
              </a:xfrm>
              <a:custGeom>
                <a:rect b="b" l="l" r="r" t="t"/>
                <a:pathLst>
                  <a:path extrusionOk="0" fill="none" h="11375" w="1">
                    <a:moveTo>
                      <a:pt x="0" y="1"/>
                    </a:moveTo>
                    <a:lnTo>
                      <a:pt x="0" y="11374"/>
                    </a:lnTo>
                  </a:path>
                </a:pathLst>
              </a:custGeom>
              <a:solidFill>
                <a:srgbClr val="869FB2"/>
              </a:solidFill>
              <a:ln cap="rnd"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74"/>
              <p:cNvSpPr/>
              <p:nvPr/>
            </p:nvSpPr>
            <p:spPr>
              <a:xfrm>
                <a:off x="3438275" y="2186300"/>
                <a:ext cx="131025" cy="261925"/>
              </a:xfrm>
              <a:custGeom>
                <a:rect b="b" l="l" r="r" t="t"/>
                <a:pathLst>
                  <a:path extrusionOk="0" fill="none" h="10477" w="5241">
                    <a:moveTo>
                      <a:pt x="0" y="10476"/>
                    </a:moveTo>
                    <a:lnTo>
                      <a:pt x="5240" y="5241"/>
                    </a:lnTo>
                    <a:lnTo>
                      <a:pt x="0"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9" name="Google Shape;5139;p74"/>
            <p:cNvGrpSpPr/>
            <p:nvPr/>
          </p:nvGrpSpPr>
          <p:grpSpPr>
            <a:xfrm>
              <a:off x="4752588" y="4440200"/>
              <a:ext cx="195300" cy="195300"/>
              <a:chOff x="4335888" y="4462425"/>
              <a:chExt cx="195300" cy="195300"/>
            </a:xfrm>
          </p:grpSpPr>
          <p:sp>
            <p:nvSpPr>
              <p:cNvPr id="5140" name="Google Shape;5140;p74"/>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74"/>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Cellular Respiration and its Impact on Health Research Thesis Defense by Slidesgo">
  <a:themeElements>
    <a:clrScheme name="Simple Light">
      <a:dk1>
        <a:srgbClr val="0B3550"/>
      </a:dk1>
      <a:lt1>
        <a:srgbClr val="F6F6F6"/>
      </a:lt1>
      <a:dk2>
        <a:srgbClr val="0584A4"/>
      </a:dk2>
      <a:lt2>
        <a:srgbClr val="74CEC4"/>
      </a:lt2>
      <a:accent1>
        <a:srgbClr val="F2557A"/>
      </a:accent1>
      <a:accent2>
        <a:srgbClr val="FFFFFF"/>
      </a:accent2>
      <a:accent3>
        <a:srgbClr val="FFFFFF"/>
      </a:accent3>
      <a:accent4>
        <a:srgbClr val="FFFFFF"/>
      </a:accent4>
      <a:accent5>
        <a:srgbClr val="FFFFFF"/>
      </a:accent5>
      <a:accent6>
        <a:srgbClr val="FFFFFF"/>
      </a:accent6>
      <a:hlink>
        <a:srgbClr val="012C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